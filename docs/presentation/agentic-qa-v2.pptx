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VIRTO COMMERCE  ·  QA ENGINEERING  · 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
</a:t>
            </a:r>
            <a:pPr indent="0" marL="0">
              <a:buNone/>
            </a:pPr>
            <a:r>
              <a:rPr lang="en-US" sz="4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AI-Driven Testing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replaces brittle scripts.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agents. 1,546 test cases. Zero code required.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14 AI Agents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🧪 36 Test Suites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3 Parallel Browsers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4944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CI/CD (Planned)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052560" y="4114800"/>
            <a:ext cx="1920240" cy="411480"/>
          </a:xfrm>
          <a:prstGeom prst="roundRect">
            <a:avLst>
              <a:gd name="adj" fmla="val 44444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Self-Healing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914400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029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Virto Commerce B2B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5029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66160" y="525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~15 minutes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92240" y="5257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WE SOLVE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Automation vs. Agentic QA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F5ECEC"/>
          </a:solidFill>
          <a:ln w="12700">
            <a:solidFill>
              <a:srgbClr val="D4A0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Traditional Test Automation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Requires Playwright/Selenium engineering skills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Breaks on every CSS class / selector change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High maintenance cost — devs, not QA, fix tests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Adding a test suite = writing hundreds of lines of code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Can't reason about business logic violations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No contextual understanding — only matches patterns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5544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Agentic QA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19202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Plain English prompts — no coding required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Self-healing — agents find elements by context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Low maintenance — update the prompt, not the code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Adding a test suite = adding a CSV file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Agents apply business invariants (BL-* rules)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Contextual reasoning: "this price is wrong because…"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634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Traditional Playwright script (140 lines)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page.goto('/login');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page.fill('[data-id="email"]', user);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page.fill('[data-id="pass"]', pass);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page.click('.submit-btn-v2'); // breaks when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expect(page).toHaveURL('/dashboard');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... 135 more lines of fragile code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4572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46634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Agentic test instruction (3 lines)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"Sign in to the storefront using the QA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account. Verify the dashboard loads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 icon shows correct item count."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the Agentic QA System?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LLM-powered testing platform where AI agents execute test cases through real browsers — no test code, no fragile selectors.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plain English prompts executed by Claude through MCP browser tools. The LLM reasons about what to click, what to verify, and what constitutes a bug.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🏗️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80560" y="2377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Modular 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27432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agents, 36 CSV test suites, 18 methodology skills, and 12 shared knowledge files — all coordinated by an orchestrator.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9202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38160" y="2377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Pipeline (Planned)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38160" y="27432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triggers daily smoke tests and weekly full regression. Docker container + Claude Agent SDK run suites headlessly with Teams notifications.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72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Scope: Virto Commerce B2B e-commerce platform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Storefront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517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SPA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05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GraphQL xAPI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38160" y="498348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Checkout / Payment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B2B Multi-org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517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GA4 Tracking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WCAG 2.1 AA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5349240"/>
            <a:ext cx="1691640" cy="292608"/>
          </a:xfrm>
          <a:prstGeom prst="roundRect">
            <a:avLst>
              <a:gd name="adj" fmla="val 46875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Storybook (55)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601200" y="4663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~1,546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9601200" y="5212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cases across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suites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Testing Modes, One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 in IDE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 CLI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20240" y="2606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83464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3154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38328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MCP Servers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0240" y="37033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393192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931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Real Browsers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146304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Regression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480560" y="228600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2286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autonomous-orchestrator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7840" y="2606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283464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TeamCreate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3154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80560" y="338328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3383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 bucket (3+1 slots)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77840" y="37033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480560" y="393192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3931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Exponential backoff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955280" y="146304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9244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PIPELINE · PLANNED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092440" y="18745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138160" y="228600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38160" y="2286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Container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235440" y="26060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38160" y="283464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38160" y="2834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Agent SDK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3154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38160" y="338328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38160" y="3383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Chromium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235440" y="37033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38160" y="3931920"/>
            <a:ext cx="2926080" cy="32004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38160" y="39319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notification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5120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FOUNDATION — USED BY ALL THREE MODES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test-suites.json (36 suites)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97180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regression/suites/ (CSV)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12064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.claude/agents/ (definitions)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6948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knowledge/ (12 files)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9418320" y="5486400"/>
            <a:ext cx="2011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.claude/skills/ (18 skills)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at a Glance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AI Agents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(10 QA + 4 BA)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Suites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(15 frontend + 21 backend)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1,546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30936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Cases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(643 frontend + 903 backend)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0" y="1463040"/>
            <a:ext cx="2560320" cy="1463040"/>
          </a:xfrm>
          <a:prstGeom prst="roundRect">
            <a:avLst>
              <a:gd name="adj" fmla="val 6250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1440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 Integrations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(browsers + Figma + Azure + …)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29184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 Intelligence Layer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7033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methodology skills (ISTQB · WCAG · SBTM) · 12 shared knowledge files · BL-* business rules enforcement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3291840"/>
            <a:ext cx="5120640" cy="1097280"/>
          </a:xfrm>
          <a:prstGeom prst="roundRect">
            <a:avLst>
              <a:gd name="adj" fmla="val 8333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3832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Coverage Selection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033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smoke: 12 tests  |  critical: ~120 tests  |  sprint: ~800 tests  |  full: ~1,546 tests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Specialized Agents — Four-Layer Architecture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ORCHESTRATORS — COORDINATE THE TEAM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qa-lead-orchestrator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 workflow · go/no-go decisions · delegates to specialists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regression-orchestrator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36-suite parallel runs · browser pool · retry &amp; fallback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7373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17830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autonomous-orchestrator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2148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 API · token bucket · exponential backoff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🔬 EXECUTION SPECIALISTS — EACH GETS ITS OWN BROWSER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qa-frontend-expert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Storefront · checkout · cart · mobile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Chrome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472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qa-backend-expert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6616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GraphQL · Admin SPA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qa-testing-expert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testing · Figma comparison · HAR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🦊 Firefox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00" y="329184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0" y="3383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ui-ux-expert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0" y="37033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Storybook · WCAG 2.1 AA · design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235440" y="4297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🔧 DevTools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" y="5212080"/>
            <a:ext cx="10881360" cy="640080"/>
          </a:xfrm>
          <a:prstGeom prst="roundRect">
            <a:avLst>
              <a:gd name="adj" fmla="val 14286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303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+ 4 BA agents: system-analyzer · api-specialist · story-writer · doc-writer     |     + test-management-specialist: test plans · RTM · coverage matrix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ONE-COMMAND INTERFACE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Slash Commands — Full QA Lifecycle from the IDE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a command in VS Code or Cursor — the system does the rest. No scripts, no dashboards, no context switching.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/qa-smoke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P0 tests in 2 parallel tracks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GO / NO-GO in ~15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/qa-test VCST-XXXX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23317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JIRA ticket → dispatch agents → file bugs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348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Closes the ticket automatically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/qa-regression sprint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23317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suites · ~800 tests · 3 browsers in parallel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244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Also: smoke · critical · full · custom IDs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2336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114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/qa-bug [description]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5262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· HAR + screenshots · file JIRA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P0–P3 severity + root cause analysis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97680" y="402336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4114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/qa-status  auto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0" y="45262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dashboard: runs · JIRA queue · env health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348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browser required · read-only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55280" y="402336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4114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/qa-env-check  auto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92440" y="45262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33 env vars · endpoints · MCP servers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92440" y="5120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before every 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MCP Servers — Claude's Eyes, Hands &amp; 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👨‍💻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 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68880" y="146304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46304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Reasons · Plans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Executes · Judges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↔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46304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MCP SERVERS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 ×3 · DevTools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figma · github · postman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context7 · azure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955280" y="146304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463040"/>
            <a:ext cx="1371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Chrome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🦊 Firefox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418320" y="1463040"/>
            <a:ext cx="274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784080" y="146304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0" y="1463040"/>
            <a:ext cx="1645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 · JIRA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Automation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· Firefox · Edge run in parallel with full HAR capture and screenshot evidence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🎨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616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Comparison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6616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Figma MCP compares live UI screenshots pixel-by-pixel against design specs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0936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4008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&amp; Code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Postman runs API collections · GitHub searches code and reviews PRs automatically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144000" y="329184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23544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Docs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235440" y="41605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App Insights for error logs · Context7 for live VC documentation lookup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Rules &amp; Edge Case Libraries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agents share a central business-logic.md — testable platform invariants (BL-* IDs). Violations are flagged as bugs automatically.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Logic Invariants (BL-* Rules)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6692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 ID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Invariant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BL-PRICE-001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Discount stacking must never exceed 100%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BL-PRICE-002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Sale price must always be lower than list price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BL-CART-004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Cart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Out-of-stock items must not be purchasable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BL-ORD-001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 cancellation must reverse inventory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BL-AUTH-002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Unauthenticated users redirected to login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BL-B2B-003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Org users can't see other org's data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BL-CHECKOUT-001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Checkout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Address validated before payment step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5603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BL-SEARCH-001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71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Facet counts must match actual result count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 Library (ECL-* Patterns)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generic e-commerce edge case categories + 7 VC-specific patterns (ECL-* IDs). Cross-referenced to BL-* invariants.</a:t>
            </a:r>
            <a:endParaRPr lang="en-US" sz="10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743200"/>
          <a:ext cx="4846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ECL ID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ECL-1.1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Payment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Expired credit card at checkout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ECL-2.3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Zero-price product in cart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ECL-3.1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Inventory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Last item reserved during checkout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ECL-5.1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Concurrency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Concurrent cart modification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959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ECL-7.2</a:t>
                      </a:r>
                      <a:endParaRPr lang="en-US" sz="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 / Auth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 attempts purchase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120640"/>
            <a:ext cx="5669280" cy="822960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 w="12700">
            <a:solidFill>
              <a:srgbClr val="A0C4B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16636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don't just pass/fail — they explain why in business terms: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"BL-PRICE-001 violated — applied coupon caused net price below $0."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583680" y="5120640"/>
            <a:ext cx="4846320" cy="822960"/>
          </a:xfrm>
          <a:prstGeom prst="roundRect">
            <a:avLst>
              <a:gd name="adj" fmla="val 11111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766560" y="516636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they work together: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 ticket → Auto-detect BL-* + ECL-* → Test cases with cited rules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Regression with Automated Quality Gates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BROWSER POOL — SIMULTANEOUS SUITE EXECUTION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Chrome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0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01 · Smoke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0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04 · Cart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0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07 · Perf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0" y="1737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240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🦊 Firefox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28800" y="22402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02 · Auth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22402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05 · Checkout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52160" y="224028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06 · Payment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63840" y="2240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27432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2880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03 · Catalog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4048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08 · Security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852160" y="274320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5216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Suite 14 · Platform API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863840" y="27432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8328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Suites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Case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smoke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~12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pre-deploy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(P0)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~120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Pre-release P0 gate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sprint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~800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Sprint release gate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~1,546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Production release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85039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 Verdicts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503920" y="18288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641080" y="18745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APPROVED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41080" y="21762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≥95% pass rate · 0 P0 bugs · safe to deploy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503920" y="27432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F5F1E5"/>
          </a:solidFill>
          <a:ln w="12700">
            <a:solidFill>
              <a:srgbClr val="8B6E0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41080" y="2788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6E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CONDITIONAL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641080" y="30906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P2/P3 issues only · deploy with tracked follow-ups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8503920" y="36576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F5ECEC"/>
          </a:solidFill>
          <a:ln w="12700">
            <a:solidFill>
              <a:srgbClr val="B03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641080" y="3703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🚫 BLOCKED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641080" y="40050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P0/P1 failure · No deployment, regardless of schedule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503920" y="4663440"/>
            <a:ext cx="3200400" cy="640080"/>
          </a:xfrm>
          <a:prstGeom prst="roundRect">
            <a:avLst>
              <a:gd name="adj" fmla="val 14286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641080" y="47091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Retry logic: max 2 retries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fallback chain: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→ firefox → edge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· PLANNED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CI/CD Automation Pipeline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6858000" cy="3840480"/>
          </a:xfrm>
          <a:prstGeom prst="roundRect">
            <a:avLst>
              <a:gd name="adj" fmla="val 238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64922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 (schedule / manual trigger)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Container (Playwright + Node.js 18+)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Agent SDK — run-regression.ts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├─── Budget tracking ($5 smoke / $80 full)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├─── Suite batching (max 3 parallel)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Headless Chromium — execute CSV test suites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reports/regression/ci-YYYY-MM-DD/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Teams Adaptive Card notification → QA channel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Smoke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Mon–Fri 6:00 AM UTC · Suite 01 · $5 budget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0" y="5486400"/>
            <a:ext cx="32004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5532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Full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 2:00 AM UTC · All 36 suites · $80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Key Features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19202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Budget-controlled per-suite allocation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90-day rolling regression history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Artifacts with 30-day retention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Manual trigger: any selection, any env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Teams webhook Adaptive Card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Suite-by-suite breakdown in report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4480560"/>
            <a:ext cx="3657600" cy="1097280"/>
          </a:xfrm>
          <a:prstGeom prst="roundRect">
            <a:avLst>
              <a:gd name="adj" fmla="val 8333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45720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One command to run any scope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--env-file .env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SUITE_SELECTION=critical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TEST_ENVIRONMENT=qa 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560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vc-regression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FEATURE #5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Knowledge + 18 Methodology Skills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Shared Knowledge Files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QA agents consult these files simultaneously. Update once — all agents benefit.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77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Business Rules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Testable BL-* invariants enforced on every test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22860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377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Edge Case Library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7432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generic + 7 VC-specific ECL-* patterns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🗺️ Platform Patterns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114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Storefront sitemap · admin flows · browser quirks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0" y="36576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Performance Thresholds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4114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 · CLS · API latency · debug signals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Skills — Encoded Methodology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192024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🧪 Testing Skills (8)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23317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Storybook · Accessibility (WCAG) · Design review · Test plans · Checklists · API testing · Coverage gap · Seed data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329184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E8EDF6"/>
          </a:solidFill>
          <a:ln w="12700">
            <a:solidFill>
              <a:srgbClr val="295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📐 QA Methodology Skills (9)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37960" y="37033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ISTQB lifecycle · Bug investigation · Evidence capture · Defect workflow · Test design · AI test generation · Risk matrix · Metrics · SBTM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466344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EAF4EF"/>
          </a:solidFill>
          <a:ln w="12700">
            <a:solidFill>
              <a:srgbClr val="2E7D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4754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 /vc-docs — auto-invocable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5074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search over live Virto Commerce documentation via Context7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 TEST CASES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/qa-test-cases-generator — From Ticket to Test Suite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skill derives structured, agent-executable test cases from a JIRA ticket, BDD scenario, domain checklist, or legacy suite.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 Ticket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VCST-XXXX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834640" y="182880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Parse ACs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detect layers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77840" y="182880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BL-* + ECL-* refs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0" y="1828800"/>
            <a:ext cx="548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869680" y="1828800"/>
            <a:ext cx="2194560" cy="822960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8288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to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layer type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017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with any input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VCST-XXXX — JIRA ticket → parse acceptance criteria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domain — checklist → 1–3 cases per item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suite NN — existing CSV → find gaps → fill them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from-checklist cart — happy path + negative per item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from-bdd "Given…" — BDD scenario → structured test case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017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every generated case includes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3832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BL-* rule reference — business invariant enforced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ECL-* edge case pattern — known failure scenario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Typed step tags: [NAV] [ACT] [WAIT]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Typed assertions: [DOM] [STATE] [MATH]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At least 2 failure signals — ready for agent execution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INFRASTRUCTURE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/qa-seed-data — Full Test Environment in One Command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a complete test environment via Postman MCP: catalogs, products, pricing, B2B organizations, users — then tears it all down safely.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profile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minimal / b2b / full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Postman MCP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&amp; runs collection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data ready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AGENT-TEST-* prefix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2376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tests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052560" y="182880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418320" y="182880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0" y="18288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Teardown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cleanup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26080"/>
          <a:ext cx="10881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21208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85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Case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minimal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catalog · 1 product · price · inventory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Smoke tests, API connectivity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catalog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3-level category tree · 5 products · multi-currency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Search, browse, cart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organization · 3 users (admin/buyer/viewer)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B2B multi-org, RBAC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price lists (USD+EUR) · tiered prices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 module tests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profiles combined — complete environment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 regression run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teardown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Deletes all AGENT-TEST-* entities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Post-test cleanup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 VCST-XXXX — From Ticket to Verdict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command reads the JIRA ticket, dispatches the right agents, executes all acceptance criteria, files bugs with evidence, and closes the ticket.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2057400"/>
            <a:ext cx="182880" cy="18288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7" name="Shape 5"/>
          <p:cNvSpPr/>
          <p:nvPr/>
        </p:nvSpPr>
        <p:spPr>
          <a:xfrm>
            <a:off x="1463040" y="22402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1: Read JIRA Ticket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22402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Atlassian MCP fetches title, description, acceptance criteria · identifies feature scope: storefront / admin /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2971800"/>
            <a:ext cx="182880" cy="18288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1" name="Shape 9"/>
          <p:cNvSpPr/>
          <p:nvPr/>
        </p:nvSpPr>
        <p:spPr>
          <a:xfrm>
            <a:off x="1463040" y="31546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2: Dispatch Specialists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31546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qa-frontend-expert (Chrome) → storefront ACs · qa-backend-expert (Edge) → API + admin ACs · run in parallel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71600" y="3886200"/>
            <a:ext cx="182880" cy="18288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5" name="Shape 13"/>
          <p:cNvSpPr/>
          <p:nvPr/>
        </p:nvSpPr>
        <p:spPr>
          <a:xfrm>
            <a:off x="1463040" y="40690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3: Execute Tests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28800" y="4069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Navigate to feature · verify each AC through real browser · capture screenshots + HAR · check console for errors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71600" y="4800600"/>
            <a:ext cx="182880" cy="18288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463040" y="4983480"/>
            <a:ext cx="0" cy="594360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 File Bugs (if any)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28800" y="49834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AC → bug report with P0–P3 severity · screenshots · HAR · BL-* rule reference · auto-created in JIRA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0" y="5715000"/>
            <a:ext cx="182880" cy="18288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5: Close the Ticket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28800" y="5897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ACs pass → transition ticket to "Testing Complete" · link evidence · notify team. Bugs found → block release.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DELIVERED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 Sides of AI-Driven Testing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EAF4EF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Maintenance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changes don't break tests. Agents adapt through contextual reasoning, not brittle selectors.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9EFEB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3484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at Scale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34840" y="21945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browsers run in parallel. A full sprint regression of ~800 tests runs automatically.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146304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E8EDF6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554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Awareness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21945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don't just detect failures — they reason about why in business terms.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4747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Coding Required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2062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engineers write prompts, not Playwright scripts. Adding a test = adding a CSV row.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4747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434840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JIRA Loop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34840" y="42062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read tickets, execute tests, file bugs with evidence, and transition statuses.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955280" y="3474720"/>
            <a:ext cx="3383280" cy="1737360"/>
          </a:xfrm>
          <a:prstGeom prst="roundRect">
            <a:avLst>
              <a:gd name="adj" fmla="val 5263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35661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92440" y="3886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 Built-in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92440" y="420624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skills encode ISTQB, SBTM, WCAG 2.1 AA, risk-based testing, and BDD.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577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~0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1440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maintenance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per sprint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0" y="5577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57200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command 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GO/NO-GO verdict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0" y="55778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CSV row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229600" y="5943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of adding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test case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DEVELOPMENT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— What's Next for Agentic QA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527048"/>
            <a:ext cx="137160" cy="13716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6" name="Shape 4"/>
          <p:cNvSpPr/>
          <p:nvPr/>
        </p:nvSpPr>
        <p:spPr>
          <a:xfrm>
            <a:off x="891540" y="166420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37160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✓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1031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Test Case Generator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/qa-test-cases-generator — derives enriched CSV test cases from JIRA tickets automatically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487168"/>
            <a:ext cx="137160" cy="13716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11" name="Shape 9"/>
          <p:cNvSpPr/>
          <p:nvPr/>
        </p:nvSpPr>
        <p:spPr>
          <a:xfrm>
            <a:off x="891540" y="262432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33172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AF4E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 ✓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Teams Mode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26517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Autonomous regression with TeamCreate API, token bucket, exponential backoff, JIRA integration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3447288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891540" y="358444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29184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0312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Multi-Browser CI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6118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 CI from single headless Chromium to full 3-browser pool in GitHub Actions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" y="4407408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540" y="454456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25196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031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Regression Baselines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4572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Storybook component snapshots with automated pixel-diff comparison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5367528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2120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E8ED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103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Coverage Reports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55321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Auto-select regression scope based on git diff analysis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83680" y="1527048"/>
            <a:ext cx="137160" cy="13716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30" name="Shape 28"/>
          <p:cNvSpPr/>
          <p:nvPr/>
        </p:nvSpPr>
        <p:spPr>
          <a:xfrm>
            <a:off x="6652260" y="166420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0" y="137160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2026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Testing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BrowserStack integration for real device testing — iOS Safari, Android Chrome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3680" y="2487168"/>
            <a:ext cx="137160" cy="13716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35" name="Shape 33"/>
          <p:cNvSpPr/>
          <p:nvPr/>
        </p:nvSpPr>
        <p:spPr>
          <a:xfrm>
            <a:off x="6652260" y="262432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233172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9EF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2026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Self-Updating Suites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58000" y="26517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 suites that evolve automatically — agent analyzes code changes, proposes new tests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83680" y="3447288"/>
            <a:ext cx="137160" cy="137160"/>
          </a:xfrm>
          <a:prstGeom prst="ellipse">
            <a:avLst/>
          </a:prstGeom>
          <a:solidFill>
            <a:srgbClr val="9C9891"/>
          </a:solidFill>
          <a:ln/>
        </p:spPr>
      </p:sp>
      <p:sp>
        <p:nvSpPr>
          <p:cNvPr id="40" name="Shape 38"/>
          <p:cNvSpPr/>
          <p:nvPr/>
        </p:nvSpPr>
        <p:spPr>
          <a:xfrm>
            <a:off x="6652260" y="358444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29184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86384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Regression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58000" y="36118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Core Web Vitals tracking: LCP, CLS, FID baselines per release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3680" y="4407408"/>
            <a:ext cx="137160" cy="137160"/>
          </a:xfrm>
          <a:prstGeom prst="ellipse">
            <a:avLst/>
          </a:prstGeom>
          <a:solidFill>
            <a:srgbClr val="9C9891"/>
          </a:solidFill>
          <a:ln/>
        </p:spPr>
      </p:sp>
      <p:sp>
        <p:nvSpPr>
          <p:cNvPr id="45" name="Shape 43"/>
          <p:cNvSpPr/>
          <p:nvPr/>
        </p:nvSpPr>
        <p:spPr>
          <a:xfrm>
            <a:off x="6652260" y="4544568"/>
            <a:ext cx="0" cy="713232"/>
          </a:xfrm>
          <a:prstGeom prst="line">
            <a:avLst/>
          </a:prstGeom>
          <a:noFill/>
          <a:ln w="12700">
            <a:solidFill>
              <a:srgbClr val="E0DD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0" y="425196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Impact Analysis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858000" y="4572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ML-based prediction of which test suites are most likely to fail given a code change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583680" y="5367528"/>
            <a:ext cx="137160" cy="137160"/>
          </a:xfrm>
          <a:prstGeom prst="ellipse">
            <a:avLst/>
          </a:prstGeom>
          <a:solidFill>
            <a:srgbClr val="9C9891"/>
          </a:solidFill>
          <a:ln/>
        </p:spPr>
      </p:sp>
      <p:sp>
        <p:nvSpPr>
          <p:cNvPr id="50" name="Text 48"/>
          <p:cNvSpPr/>
          <p:nvPr/>
        </p:nvSpPr>
        <p:spPr>
          <a:xfrm>
            <a:off x="6858000" y="52120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F5F2E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86384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Testing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858000" y="55321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testing across multiple storefronts / white-label brands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40080" y="6263640"/>
            <a:ext cx="10881360" cy="457200"/>
          </a:xfrm>
          <a:prstGeom prst="roundRect">
            <a:avLst>
              <a:gd name="adj" fmla="val 20000"/>
            </a:avLst>
          </a:prstGeom>
          <a:solidFill>
            <a:srgbClr val="F9EFEB"/>
          </a:solidFill>
          <a:ln w="12700">
            <a:solidFill>
              <a:srgbClr val="C560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  Vision: A fully autonomous QA system that continuously tests, learns from failures, updates its own test cases, and provides real-time quality signals — with zero manual scripting.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789920" y="1371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8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ARCHITECTURE · PLANNED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60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+ Vector Search — Scalable Agent Memory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static knowledge file loading with semantic retrieval — agents query a vector store and receive only what's relevant.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Static Context Loading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5ECEC"/>
          </a:solidFill>
          <a:ln w="12700">
            <a:solidFill>
              <a:srgbClr val="D4A0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12 knowledge files injected into every agent — ~100 KB per call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BL-* pricing rules loaded even when testing auth flows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1,546 test cases in CSV — no semantic search across them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Bug deduplication is manual — agents can't check past reports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✗  Knowledge grows → context bloat → higher cost, slower reasoning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389120"/>
            <a:ext cx="5486400" cy="548640"/>
          </a:xfrm>
          <a:prstGeom prst="roundRect">
            <a:avLst>
              <a:gd name="adj" fmla="val 16667"/>
            </a:avLst>
          </a:prstGeom>
          <a:solidFill>
            <a:srgbClr val="E8EDF6"/>
          </a:solidFill>
          <a:ln w="12700">
            <a:solidFill>
              <a:srgbClr val="A0B0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434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959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Context7 is already RAG — /vc-docs does semantic retrieval over live VC documentation. The full RAG layer extends this pattern.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Delivered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0" y="2313432"/>
            <a:ext cx="137160" cy="137160"/>
          </a:xfrm>
          <a:prstGeom prst="ellipse">
            <a:avLst/>
          </a:prstGeom>
          <a:solidFill>
            <a:srgbClr val="2959A8"/>
          </a:solidFill>
          <a:ln/>
        </p:spPr>
      </p:sp>
      <p:sp>
        <p:nvSpPr>
          <p:cNvPr id="13" name="Text 11"/>
          <p:cNvSpPr/>
          <p:nvPr/>
        </p:nvSpPr>
        <p:spPr>
          <a:xfrm>
            <a:off x="6903720" y="2194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Focused context → lower token cost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03720" y="24688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receives 3–5 relevant BL-* rules instead of 80+. Token budget goes further per run.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0" y="3044952"/>
            <a:ext cx="137160" cy="13716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case deduplication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0372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Queries vector store before writing — surfaces semantically similar existing cases.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3776472"/>
            <a:ext cx="137160" cy="137160"/>
          </a:xfrm>
          <a:prstGeom prst="ellipse">
            <a:avLst/>
          </a:prstGeom>
          <a:solidFill>
            <a:srgbClr val="C5603E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3657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similarity search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03720" y="39319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filing JIRA, checks embeddings of past bug reports — eliminates duplicates.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0" y="4507992"/>
            <a:ext cx="137160" cy="137160"/>
          </a:xfrm>
          <a:prstGeom prst="ellipse">
            <a:avLst/>
          </a:prstGeom>
          <a:solidFill>
            <a:srgbClr val="2E7D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03720" y="4389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7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test impact analysis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03720" y="4663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 git diff → semantic match against test cases → auto-select regression scope.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5212080"/>
            <a:ext cx="5120640" cy="1554480"/>
          </a:xfrm>
          <a:prstGeom prst="roundRect">
            <a:avLst>
              <a:gd name="adj" fmla="val 5882"/>
            </a:avLst>
          </a:prstGeom>
          <a:solidFill>
            <a:srgbClr val="F5F2EC"/>
          </a:solidFill>
          <a:ln w="12700">
            <a:solidFill>
              <a:srgbClr val="E0DD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52578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LOADING VS RAG — CONTEXT EFFICIENCY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83680" y="55778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Static: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0" y="5577840"/>
            <a:ext cx="4023360" cy="228600"/>
          </a:xfrm>
          <a:prstGeom prst="roundRect">
            <a:avLst>
              <a:gd name="adj" fmla="val 20000"/>
            </a:avLst>
          </a:prstGeom>
          <a:solidFill>
            <a:srgbClr val="E8BBBB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5577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03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~100 KB always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583680" y="58521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5852160"/>
            <a:ext cx="274320" cy="228600"/>
          </a:xfrm>
          <a:prstGeom prst="roundRect">
            <a:avLst>
              <a:gd name="adj" fmla="val 20000"/>
            </a:avLst>
          </a:prstGeom>
          <a:solidFill>
            <a:srgbClr val="A0D4B8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5852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KB relevant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0" y="62636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 tests: manual check  →  Auto-detected by vector similarity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83680" y="64922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8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 bugs: engineer effort  →  Zero — embedding auto-links issues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QA — AI-Driven Testing for Virto Commerce</dc:title>
  <dc:subject>Agentic QA — AI-Driven Testing</dc:subject>
  <dc:creator>Virto Commerce QA Engineering</dc:creator>
  <cp:lastModifiedBy>Virto Commerce QA Engineering</cp:lastModifiedBy>
  <cp:revision>1</cp:revision>
  <dcterms:created xsi:type="dcterms:W3CDTF">2026-03-13T10:45:32Z</dcterms:created>
  <dcterms:modified xsi:type="dcterms:W3CDTF">2026-03-13T10:45:32Z</dcterms:modified>
</cp:coreProperties>
</file>