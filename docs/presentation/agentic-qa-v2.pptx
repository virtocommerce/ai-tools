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VIRTO COMMERCE  ·  QA ENGINEERING  · 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
</a:t>
            </a:r>
            <a:pPr indent="0" marL="0">
              <a:buNone/>
            </a:pPr>
            <a:r>
              <a:rPr lang="en-US" sz="4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AI-Driven Testing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replaces brittle scripts.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agents. ~3,000 test cases. Zero code required.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14 AI Agents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 97 Test Suites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3 Parallel Browsers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4944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CI/CD (Planned)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Self-Healing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914400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Virto Commerce B2B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6616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~15 minutes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WE SOLVE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Automation vs. Agentic QA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F5ECEC"/>
          </a:solidFill>
          <a:ln w="12700">
            <a:solidFill>
              <a:srgbClr val="D4A0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Traditional Test Automation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Requires Playwright/Selenium engineering skills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Breaks on every CSS class / selector change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High maintenance cost — devs, not QA, fix tests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Adding a test suite = writing hundreds of lines of code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Can't reason about business logic violations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No contextual understanding — only matches patterns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Agentic QA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19202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Plain English prompts — no coding required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Self-healing — agents find elements by context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Low maintenance — update the prompt, not the code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Adding a test suite = adding a CSV file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Agents apply business invariants (BL-* rules)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Contextual reasoning: "this price is wrong because…"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634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Traditional Playwright script (140 lines)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page.goto('/login');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page.fill('[data-id="email"]', user);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page.fill('[data-id="pass"]', pass);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page.click('.submit-btn-v2'); // breaks when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expect(page).toHaveURL('/dashboard');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... 135 more lines of fragile code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4572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6634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Agentic test instruction (3 lines)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"Sign in to the storefront using the QA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account. Verify the dashboard loads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 icon shows correct item count."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Agentic QA System?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LLM-powered testing platform where AI agents execute test cases through real browsers — no test code, no fragile selectors.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plain English prompts executed by Claude through MCP browser tools. The LLM reasons about what to click, what to verify, and what constitutes a bug.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🏗️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805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agents, 97 CSV test suites, 20 methodology skills, and 23 shared knowledge files — all coordinated by an orchestrator.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381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Pipeline (Planned)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381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triggers daily smoke tests and weekly full regression. Docker container + Claude Agent SDK run suites headlessly with Teams notifications.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72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Scope: Virto Commerce B2B e-commerce platform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517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SPA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05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GraphQL xAPI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381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 / Payment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B2B Multi-org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517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GA4 Tracking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(55)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601200" y="4663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~3,000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9601200" y="5212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cases across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 suites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Testing Modes, One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 in IDE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CLI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202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MCP Servers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Real Browsers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Regression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805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autonomous-orchestrator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78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TeamCreate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805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bucket (3+1 slots)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778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4805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 backoff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552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924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PIPELINE · PLANNED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0924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381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Container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2354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381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381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Agent SDK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381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381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Chromium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2354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381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381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notification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FOUNDATION — USED BY ALL THREE MODES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test-suites.json (97 suites)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97180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regression/suites/ (CSV)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12064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.claude/agents/ (definitions)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6948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knowledge/ (23 files)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941832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.claude/skills/ (20 skills)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at a Glance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AI Agents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(10 QA + 4 BA)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Suites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(45 frontend + 52 backend)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~3,000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Cases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(~1,500 frontend + ~1,500 backend)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1440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 Integrations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(browsers + Figma + Azure + …)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29184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 Intelligence Layer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033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methodology skills (ISTQB · WCAG · SBTM) · 23 shared knowledge files · BL-* business rules enforcement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3291840"/>
            <a:ext cx="5120640" cy="1097280"/>
          </a:xfrm>
          <a:prstGeom prst="roundRect">
            <a:avLst>
              <a:gd name="adj" fmla="val 8333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3832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Coverage Selection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033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smoke: ~140 tests  |  critical: ~230 tests  |  sprint: plan-driven (~2,700)  |  full: ~3,000 tests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 — Four-Layer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ORCHESTRATORS — COORDINATE THE TEAM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qa-lead-orchestrator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workflow · go/no-go decisions · delegates to specialists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regression-orchestrator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36-suite parallel runs · browser pool · retry &amp;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autonomous-orchestrator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 API · token bucket · exponential backoff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🔬 EXECUTION SPECIALISTS — EACH GETS ITS OWN BROWSER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qa-frontend-expert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 · checkout · cart · mobile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qa-backend-expert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GraphQL · Admin SPA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qa-testing-expert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testing · Figma comparison · HAR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0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ui-ux-expert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· WCAG 2.1 AA · design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23544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🔧 DevTools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521208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+ 4 BA agents: system-analyzer · api-specialist · story-writer · doc-writer     |     + test-management-specialist: test plans · RTM · coverage matrix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ONE-COMMAND INTERFACE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Slash Commands — Full QA Lifecycle from the IDE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a command in VS Code or Cursor — the system does the rest. No scripts, no dashboards, no context switching.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/qa-smoke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P0 tests in 2 parallel tracks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GO / NO-GO in ~15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/qa-test VCST-XXXX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JIRA ticket → dispatch agents → file bugs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348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Closes the ticket automatically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/qa-regression sprint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Plan-driven (~88 suites · ~2,700 tests) · 3 browsers in parallel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24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Also: smoke · critical · full · custom IDs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/qa-bug [description]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· HAR + screenshots · file JIRA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P0–P3 severity + root cause analysis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/qa-status  auto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dashboard: runs · JIRA queue · env health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348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browser required · read-only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/qa-env-check  auto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924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33 env vars · endpoints · MCP servers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924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before every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&amp; QUALITY COMMANDS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Lifecycle, Design Audit, Fix Verification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commands that round out the QA cycle — keeping suites in sync with code, catching design bugs in both Storybook and the live storefront, and closing the loop on every bug fix.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57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/qa-test-lifecycle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pipeline for a suite, domain, ticket, PR, module, or diff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→ sync → analyze → generate → review → fix → verify → approve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057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/qa-design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24688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 Storybook + Storefront BL-UI audit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34840" y="31089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Catches isolation-only vs integration-only bugs · matrix-driven scope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2057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/qa-verify-fix VCST-XXXX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24688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a bug fix end-to-end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2440" y="31089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Fetch ticket → reproduce STR → confirm fix → regression checks → transition JIRA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091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these matter: </a:t>
            </a:r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/qa-test-lifecycle keeps the test suite in sync with code changes — no more stale Steps or Assertions after a PR merges. /qa-design spots bugs that hide either in component isolation or only at integration. /qa-verify-fix closes the feedback loop with developers and JIRA — verified fixes ship, regressions stay caught.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MCP Servers — Claude's Eyes, Hands &amp; 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👨‍💻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 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68880" y="146304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4630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Reasons · Plans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Executes · Judges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↔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4630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MCP SERVERS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 ×3 · DevTools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figma · github · postman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context7 · azure · atlassian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55280" y="146304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4630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4183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784080" y="146304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0" y="146304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 · JIRA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Automation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· Firefox · Edge run in parallel with full HAR capture and screenshot evidence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🎨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616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Comparison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6616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Figma MCP compares live UI screenshots pixel-by-pixel against design specs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936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4008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&amp; Code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Postman runs API collections · GitHub searches code and reviews PRs automatically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14400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23544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Docs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23544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App Insights for error logs · Context7 for live VC documentation lookup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Rules &amp; Edge Case Libraries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agents share a central business-logic.md — testable platform invariants (BL-* IDs). Violations are flagged as bugs automatically.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Logic Invariants (BL-* Rules)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 ID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Invariant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BL-PRICE-001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Discount stacking must never exceed 100%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BL-PRICE-002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Sale price must always be lower than list price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BL-CART-004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Out-of-stock items must not be purchasable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BL-ORD-001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 cancellation must reverse inventory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BL-AUTH-002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Unauthenticated users redirected to login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BL-B2B-003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Org users can't see other org's data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BL-CHECKOUT-001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Address validated before payment step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BL-SEARCH-001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Facet counts must match actual result count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 Library (ECL-* Patterns)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generic e-commerce edge case categories + 7 VC-specific patterns (ECL-* IDs). Cross-referenced to BL-* invariants.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743200"/>
          <a:ext cx="4846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ECL ID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ECL-1.1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Expired credit card at 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ECL-2.3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Zero-price product in cart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ECL-3.1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Inventory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Last item reserved during 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ECL-5.1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Concurrency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Concurrent cart modification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ECL-7.2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 / Auth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 attempts purchase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20640"/>
            <a:ext cx="566928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16636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don't just pass/fail — they explain why in business terms: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"BL-PRICE-001 violated — applied coupon caused net price below $0."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583680" y="5120640"/>
            <a:ext cx="484632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766560" y="516636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they work together: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ticket → Auto-detect BL-* + ECL-* → Test cases with cited rules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Regression with Automated Quality Gates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BROWSER POOL — SIMULTANEOUS SUITE EXECUTION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01 · Smoke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04 · Cart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07 · Perf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240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02 · Auth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05 · Checkout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5216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06 · Payment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0" y="2240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2880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03 · Catalog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4048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08 · Security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5216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14 · Platform API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63840" y="2743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8328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Suites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~140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pre-deploy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(P0)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~230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Pre-release P0 gate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sprint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~88 (plan)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~2,700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Sprint release gate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~3,000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Production release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85039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 Verdicts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503920" y="18288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41080" y="18745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APPROVED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41080" y="21762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≥95% pass rate · 0 P0 bugs · safe to deploy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503920" y="27432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F5F1E5"/>
          </a:solidFill>
          <a:ln w="12700">
            <a:solidFill>
              <a:srgbClr val="8B6E0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41080" y="2788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E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CONDITIONAL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641080" y="30906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P2/P3 issues only · deploy with tracked follow-ups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8503920" y="36576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F5ECEC"/>
          </a:solidFill>
          <a:ln w="12700">
            <a:solidFill>
              <a:srgbClr val="B03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641080" y="3703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🚫 BLOCKED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641080" y="40050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P0/P1 failure · No deployment, regardless of schedule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503920" y="4663440"/>
            <a:ext cx="3200400" cy="640080"/>
          </a:xfrm>
          <a:prstGeom prst="roundRect">
            <a:avLst>
              <a:gd name="adj" fmla="val 14286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641080" y="47091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Retry logic: max 2 retries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fallback chain: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→ firefox → edge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· PLANNED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CI/CD Automation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6858000" cy="3840480"/>
          </a:xfrm>
          <a:prstGeom prst="roundRect">
            <a:avLst>
              <a:gd name="adj" fmla="val 238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6492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 (schedule / manual trigger)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Container (Playwright + Node.js 18+)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Agent SDK — run-regression.ts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├─── Budget tracking ($5 smoke / $80 full)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├─── Suite batching (max 3 parallel)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Headless Chromium — execute CSV test suites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reports/regression/ci-YYYY-MM-DD/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Teams Adaptive Card notification → QA channel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Smoke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Mon–Fri 6:00 AM UTC · Suite 01 · $5 budget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5486400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5532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Full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 2:00 AM UTC · All 97 suites · $80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Key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19202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Budget-controlled per-suite allocation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90-day rolling regression history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Artifacts with 30-day retention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Manual trigger: any selection, any env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Teams webhook Adaptive Card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Suite-by-suite breakdown in report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4480560"/>
            <a:ext cx="3657600" cy="1097280"/>
          </a:xfrm>
          <a:prstGeom prst="roundRect">
            <a:avLst>
              <a:gd name="adj" fmla="val 8333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4572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One command to run any scope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--env-file .env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SUITE_SELECTION=critical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TEST_ENVIRONMENT=qa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vc-regression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Knowledge + 18 Methodology Skills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Shared Knowledge Files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QA agents consult these files simultaneously. Update once — all agents benefit.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Business Rules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Testable BL-* invariants enforced on every test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22860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377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Edge Case Library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432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generic + 7 VC-specific ECL-* patterns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 Platform Patterns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114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 sitemap · admin flows · browser quirks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0" y="36576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Performance Thresholds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4114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 · CLS · API latency · debug signals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Skills — Encoded Methodology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19202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 Testing Skills (8)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23317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· Accessibility (WCAG) · Design review · Test plans · Checklists · API testing · Coverage gap · Seed data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32918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 QA Methodology Skills (9)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37960" y="37033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ISTQB lifecycle · Bug investigation · Evidence capture · Defect workflow · Test design · AI test generation · Risk matrix · Metrics · SBTM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46634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4754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/vc-docs — auto-invocable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5074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search over live Virto Commerce documentation via Context7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FILE · RUNNER CONTRACT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GraphQL xAPI — Schema Truth + Runner-Native Tests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knowledge files plus a canonical runner turn the xAPI GraphQL surface into deterministic, schema-validated CSV test cases — no custom JS scripts needed.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 knowledge/graphql-schema.md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introspection snapshot of the xAPI GraphQL schema. Every agent that writes or reviews a GraphQL query consults this first.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9EFEB"/>
          </a:solidFill>
          <a:ln w="12700">
            <a:solidFill>
              <a:srgbClr val="D4A8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204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knowledge/graphql-test-cases-runner.md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authoring contract for runner-native GraphQL CSV cases. Full tag grammar, predicate shapes, capture chaining, common failure modes + worked example.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 Grammar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0280"/>
            <a:ext cx="5120640" cy="1645920"/>
          </a:xfrm>
          <a:prstGeom prst="roundRect">
            <a:avLst>
              <a:gd name="adj" fmla="val 555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33172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Steps: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[AUTH] · [GQL-OP] · [GQL-VARS]
[GQL-EXEC] · [GQL-CAPTURE]
[REST-OP] · [REST-EXEC] · [REST-CAPTURE]
</a:t>
            </a:r>
            <a:pPr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295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Assertions: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[ERRORS] · [DATA] · [NULL] · [COUNT] · [VAR]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97764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069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🛠 scripts/graphql-runner.ts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4370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runner — schema validation, var substitution, @td() resolution, evidence capture. Never write custom JS.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48920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tsx scripts/graphql-runner.ts --case &lt;csv&gt;:&lt;ID&gt;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Gold-standard reference suite: 050i-graphql-configurations.csv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FILE · RUNTIME HELPERS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Test-Data Discovery — No Hardcoded IDs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Catalogs get reseeded. B2B orgs get re-created. Virtual-catalog roots migrate. Hardcoded IDs rot. Live discovery resolves entities at runtime against the actual env.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86400" cy="1188720"/>
          </a:xfrm>
          <a:prstGeom prst="roundRect">
            <a:avLst>
              <a:gd name="adj" fmla="val 7692"/>
            </a:avLst>
          </a:prstGeom>
          <a:solidFill>
            <a:srgbClr val="F9EFEB"/>
          </a:solidFill>
          <a:ln w="12700">
            <a:solidFill>
              <a:srgbClr val="D4A8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knowledge/live-discovery.md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tree + recipes: when to pick {{VAR}} vs @td() vs live-discover vs random-data. Parallel-run isolation, AGENT-TEST-* cleanup.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Data Layers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616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Layer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Source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 for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{{VAR}}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.env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URLs, creds, env context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@td()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aliases.json + CSV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Named entities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live-discover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xAPI at runtime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Shape, not value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random-data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Zero-dep generators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Unique inputs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0" y="192024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2011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🛠 scripts/lib/live-discover.ts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583680" y="23317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xAPI primitives — catalog root, products by filter, addresses, cart state, active coupons. Real entities from the current env.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329184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33832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🎲 scripts/lib/random-data.ts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83680" y="37033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Zero-dep generators: emails, org names, SKUs, quantities, comments. Defaults to AGENT-TEST-{date} prefix for safe teardown.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46634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F5ECEC"/>
          </a:solidFill>
          <a:ln w="12700">
            <a:solidFill>
              <a:srgbClr val="D4A0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47548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Anti-pattern: hardcoded GUIDs/SKUs in Test_Data — review failure (Dim 6: Data Validity).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FILE · RESOLVER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Runner Tags + @td() Resolver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knowledge files plus a resolver and validator turn CSV rows into deterministic, executable test cases — interpretable by both runners.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86400" cy="1188720"/>
          </a:xfrm>
          <a:prstGeom prst="roundRect">
            <a:avLst>
              <a:gd name="adj" fmla="val 7692"/>
            </a:avLst>
          </a:prstGeom>
          <a:solidFill>
            <a:srgbClr val="F9EFEB"/>
          </a:solidFill>
          <a:ln w="12700">
            <a:solidFill>
              <a:srgbClr val="D4A8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🏷️ knowledge/test-runner-tags.md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CSV column / step / assertion / cross-layer tag reference. Used by test-runner-agent + autonomous-test-runner.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512064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tags:
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[NAV] · [ACT] · [WAIT] · [LOGIN] · [SETUP]
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95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Assertion tags:
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[DOM] · [STATE] · [MATH] · [API] · [CONSOLE]
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Cross-layer:
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[HAR] · [SCREEN] · [PERF]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19202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11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@td(ALIAS.field) resolver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233172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data resolved at runtime, never hardcoded. Reads aliases.json → CSV rows. Catalogs reseed, IDs change — alias stays stable. One CSV update propagates everywhere.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3520440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6118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scripts/lib/test-data-resolver.ts
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test-data/aliases.json
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test-data/*.csv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45720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Validation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tsx scripts/validate-td-refs.ts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FILE · LAYOUT HELPERS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UI Scope — Regression-Enforced Checklist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7×8 matrix that pins down which BL-UI invariants apply to which component on which page. A validator and a layout-measurement helper keep the matrix from drifting.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6858000" cy="914400"/>
          </a:xfrm>
          <a:prstGeom prst="roundRect">
            <a:avLst>
              <a:gd name="adj" fmla="val 10000"/>
            </a:avLst>
          </a:prstGeom>
          <a:solidFill>
            <a:srgbClr val="F9EFEB"/>
          </a:solidFill>
          <a:ln w="12700">
            <a:solidFill>
              <a:srgbClr val="D4A8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1168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knowledge/critical-ui-scope.md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Regression-enforced checklist of 7 components × 8 pages, with applicable BL-UI-* invariants per cell.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26080"/>
          <a:ext cx="6858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Components (7)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Pages (8)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VcButton · VcProductCard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VcLineItem · VcTable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VcDialog · Popover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VcSidebar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 · /catalog · PDP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/cart · /account/orders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/account/lists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/company/members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/company/info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6858000" cy="91440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93776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BL-UI-001..010 invariants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2120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Focus-ring · hover · disabled · loading skeleton · layout stability · empty state · error state · keyboard nav.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72400" y="1920240"/>
            <a:ext cx="3749040" cy="1280160"/>
          </a:xfrm>
          <a:prstGeom prst="roundRect">
            <a:avLst>
              <a:gd name="adj" fmla="val 7143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0" y="2011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🛠 scripts/lib/measure-layout.ts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955280" y="23317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Layout-measurement helper — dimensions, position deltas, CLS contributions per component.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772400" y="3291840"/>
            <a:ext cx="374904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955280" y="3383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suite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55280" y="3657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048b-layout-stability.csv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95528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8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selection: layout-stability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772400" y="4572000"/>
            <a:ext cx="3749040" cy="1188720"/>
          </a:xfrm>
          <a:prstGeom prst="roundRect">
            <a:avLst>
              <a:gd name="adj" fmla="val 7692"/>
            </a:avLst>
          </a:prstGeom>
          <a:solidFill>
            <a:srgbClr val="F5ECEC"/>
          </a:solidFill>
          <a:ln w="12700">
            <a:solidFill>
              <a:srgbClr val="D4A0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663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955280" y="49377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scope:validate exits non-zero if any matrix cell points at a missing test ID.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TEST CASES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/qa-test-cases-generator — From Ticket to Test Suite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skill derives structured, agent-executable test cases from a JIRA ticket, BDD scenario, domain checklist, or legacy suite.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Ticket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VCST-XXXX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8346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Parse ACs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detect layers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778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BL-* + ECL-* refs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696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to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layer type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17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with any input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VCST-XXXX — JIRA ticket → parse acceptance criteria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domain — checklist → 1–3 cases per item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suite NN — existing CSV → find gaps → fill them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from-checklist cart — happy path + negative per item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from-bdd "Given…" — BDD scenario → structured test case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017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every generated case includes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3832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BL-* rule reference — business invariant enforced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ECL-* edge case pattern — known failure scenario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Typed step tags: [NAV] [ACT] [WAIT]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Typed assertions: [DOM] [STATE] [MATH]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At least 2 failure signals — ready for agent execution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INFRASTRUCTURE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/qa-seed-data — Full Test Environment in One Command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a complete test environment via Postman MCP: catalogs, products, pricing, B2B organizations, users — then tears it all down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profile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minimal / b2b / full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Postman MCP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&amp; runs collection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data ready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AGENT-TEST-* prefix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2376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tests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5256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41832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Teardown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cleanup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26080"/>
          <a:ext cx="10881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21208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minimal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catalog · 1 product · price · inventory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 tests, API connectivity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catalog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3-level category tree · 5 products · multi-currency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Search, browse, cart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organization · 3 users (admin/buyer/viewer)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 multi-org, RBAC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price lists (USD+EUR) · tiered prices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 module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profiles combined — complete environment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regression run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teardown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Deletes all AGENT-TEST-* entities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Post-test cleanup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 VCST-XXXX — From Ticket to Verdict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command reads the JIRA ticket, dispatches the right agents, executes all acceptance criteria, files bugs with evidence, and closes the ticket.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2057400"/>
            <a:ext cx="182880" cy="18288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7" name="Shape 5"/>
          <p:cNvSpPr/>
          <p:nvPr/>
        </p:nvSpPr>
        <p:spPr>
          <a:xfrm>
            <a:off x="1463040" y="22402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Read JIRA Ticket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22402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Atlassian MCP fetches title, description, acceptance criteria · identifies feature scope: storefront / admin /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2971800"/>
            <a:ext cx="182880" cy="18288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1" name="Shape 9"/>
          <p:cNvSpPr/>
          <p:nvPr/>
        </p:nvSpPr>
        <p:spPr>
          <a:xfrm>
            <a:off x="1463040" y="31546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Dispatch Specialists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3154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qa-frontend-expert (Chrome) → storefront ACs · qa-backend-expert (Edge) → API + admin ACs · run in parallel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0" y="3886200"/>
            <a:ext cx="182880" cy="18288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5" name="Shape 13"/>
          <p:cNvSpPr/>
          <p:nvPr/>
        </p:nvSpPr>
        <p:spPr>
          <a:xfrm>
            <a:off x="1463040" y="40690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Execute Tests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28800" y="4069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 to feature · verify each AC through real browser · capture screenshots + HAR · check console for errors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71600" y="4800600"/>
            <a:ext cx="182880" cy="18288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463040" y="49834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File Bugs (if any)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28800" y="49834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AC → bug report with P0–P3 severity · screenshots · HAR · BL-* rule reference · auto-created in JIRA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5715000"/>
            <a:ext cx="182880" cy="18288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5: Close the Ticket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0" y="5897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ACs pass → transition ticket to "Testing Complete" · link evidence · notify team. Bugs found → block release.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DELIVERED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 Sides of AI-Driven Testing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Maintenance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changes don't break tests. Agents adapt through contextual reasoning, not brittle selectors.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348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at Scale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browsers run in parallel. A full sprint regression of ~2,700 tests runs automatically.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Awareness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don't just detect failures — they reason about why in business terms.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Coding Required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engineers write prompts, not Playwright scripts. Adding a test = adding a CSV row.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4348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JIRA Loop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read tickets, execute tests, file bugs with evidence, and transition statuses.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552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924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 Built-in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924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skills encode ISTQB, SBTM, WCAG 2.1 AA, risk-based testing, and BDD.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144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maintenance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per sprint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5720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command 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GO/NO-GO verdict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CSV row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2296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of adding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test case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DEVELOPMENT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— What's Next for Agentic QA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527048"/>
            <a:ext cx="137160" cy="13716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6" name="Shape 4"/>
          <p:cNvSpPr/>
          <p:nvPr/>
        </p:nvSpPr>
        <p:spPr>
          <a:xfrm>
            <a:off x="891540" y="166420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37160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✓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Test Case Generator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/qa-test-cases-generator — derives enriched CSV test cases from JIRA tickets automatically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487168"/>
            <a:ext cx="137160" cy="13716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11" name="Shape 9"/>
          <p:cNvSpPr/>
          <p:nvPr/>
        </p:nvSpPr>
        <p:spPr>
          <a:xfrm>
            <a:off x="891540" y="262432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33172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✓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 Mode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regression with TeamCreate API, token bucket, exponential backoff, JIRA integration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44728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891540" y="358444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29184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0312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Multi-Browser CI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6118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CI from single headless Chromium to full 3-browser pool in GitHub Actions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440740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540" y="454456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25196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031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Regression Baselines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4572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Storybook component snapshots with automated pixel-diff comparison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536752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2120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103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Coverage Reports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5532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Auto-select regression scope based on git diff analysis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83680" y="1527048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30" name="Shape 28"/>
          <p:cNvSpPr/>
          <p:nvPr/>
        </p:nvSpPr>
        <p:spPr>
          <a:xfrm>
            <a:off x="6652260" y="166420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0" y="137160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Testing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BrowserStack integration for real device testing — iOS Safari, Android Chrome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3680" y="2487168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35" name="Shape 33"/>
          <p:cNvSpPr/>
          <p:nvPr/>
        </p:nvSpPr>
        <p:spPr>
          <a:xfrm>
            <a:off x="6652260" y="262432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233172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Self-Updating Suites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58000" y="26517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 suites that evolve automatically — agent analyzes code changes, proposes new tests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83680" y="344728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40" name="Shape 38"/>
          <p:cNvSpPr/>
          <p:nvPr/>
        </p:nvSpPr>
        <p:spPr>
          <a:xfrm>
            <a:off x="6652260" y="358444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9184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86384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Regression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36118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Core Web Vitals tracking: LCP, CLS, FID baselines per release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3680" y="440740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45" name="Shape 43"/>
          <p:cNvSpPr/>
          <p:nvPr/>
        </p:nvSpPr>
        <p:spPr>
          <a:xfrm>
            <a:off x="6652260" y="454456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0" y="425196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Impact Analysis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858000" y="4572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ML-based prediction of which test suites are most likely to fail given a code change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583680" y="536752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50" name="Text 48"/>
          <p:cNvSpPr/>
          <p:nvPr/>
        </p:nvSpPr>
        <p:spPr>
          <a:xfrm>
            <a:off x="6858000" y="52120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86384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Testing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858000" y="5532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testing across multiple storefronts / white-label brands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40080" y="6263640"/>
            <a:ext cx="10881360" cy="457200"/>
          </a:xfrm>
          <a:prstGeom prst="roundRect">
            <a:avLst>
              <a:gd name="adj" fmla="val 20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 Vision: A fully autonomous QA system that continuously tests, learns from failures, updates its own test cases, and provides real-time quality signals — with zero manual scripting.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QA — AI-Driven Testing for Virto Commerce</dc:title>
  <dc:subject>Agentic QA — AI-Driven Testing</dc:subject>
  <dc:creator>Virto Commerce QA Engineering</dc:creator>
  <cp:lastModifiedBy>Virto Commerce QA Engineering</cp:lastModifiedBy>
  <cp:revision>1</cp:revision>
  <dcterms:created xsi:type="dcterms:W3CDTF">2026-05-20T10:05:45Z</dcterms:created>
  <dcterms:modified xsi:type="dcterms:W3CDTF">2026-05-20T10:05:45Z</dcterms:modified>
</cp:coreProperties>
</file>