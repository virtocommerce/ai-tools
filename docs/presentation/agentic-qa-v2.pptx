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Welcome. This deck covers our Agentic QA system — an AI-driven testing platform built on Claude and MCP servers. Total runtime is roughly 15 minutes. The core thesis: replace brittle Playwright scripts with natural-language test cases executed by AI agents that reason about business rules, not selectors.
[RU]
Добро пожаловать. Презентация посвящена нашей системе Agentic QA — AI-управляемой платформе тестирования на базе Claude и MCP-серверов. Длительность примерно 15 минут. Основная идея — заменить хрупкие Playwright-скрипты на тест-кейсы на естественном языке, которые выполняются AI-агентами, рассуждающими в терминах бизнес-правил, а не селекторов.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Three pillars: AI-native — the LLM reasons about what to click and what to verify, not a hardcoded selector path. Modular architecture — 14 agents, ~79 CSV suites, 20 skills, 23 shared knowledge files. CI pipeline is on the near-term roadmap. Scope is the full Virto Commerce B2B platform: storefront, admin SPA, REST + GraphQL APIs, checkout, B2B multi-org, GA4, WCAG, Storybook.
[RU]
Три опоры: AI-нативность — LLM сам решает, что кликать и что проверять, без захардкоженного селектора. Модульная архитектура — 14 агентов, ~79 CSV-сьютов, 20 скиллов, 23 общих файла знаний. CI-пайплайн — в ближайшем роадмапе. Охват — вся B2B-платформа Virto Commerce: сторфронт, админка, REST + GraphQL API, чекаут, мульти-орг B2B, GA4, WCAG, Storybook.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Three testing modes share one foundation. Interactive mode is for engineers working in their IDE — Cursor, Windsurf, or VS Code with the Claude Code extension. Agent Teams mode runs autonomous regression with isolated browsers per agent. CI pipeline is the GitHub Actions track — daily smoke and weekly full. All three modes read the same test-suites.json, same CSV cases, same agents, same knowledge files.
[RU]
Три режима тестирования живут на общем фундаменте. Интерактивный — для инженера в IDE (Cursor, Windsurf или VS Code с расширением Claude Code). Agent Teams — автономный регресс с изолированным браузером на каждого агента. CI — GitHub Actions: ежедневный smoke и еженедельный full. Все три читают один и тот же test-suites.json, те же CSV-кейсы, тех же агентов и те же файлы знаний.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Scale at a glance: 14 specialized agents, ~79 CSV suites with ~2,400 cases total, 10 MCP integrations covering browsers, design tools, ticketing, and clouds. Coverage selectors range from smoke (~140 tests for daily pre-deploy) to critical (P0 gate), sprint (plan-driven from JIRA), and full (everything before a major release). The 'sprint' selection auto-reads docs/Sprint plans/sprint-*-summary.json.
[RU]
Масштаб: 14 специализированных агентов, ~79 CSV-сьютов с ~2,400 кейсами, 10 MCP-интеграций — браузеры, дизайн-инструменты, тикеты, облака. Селекторы покрытия — от smoke (~140 тестов перед деплоем) до critical (P0-гейт), sprint (по плану из JIRA) и full (всё перед мажорным релизом). 'Sprint' читает docs/Sprint plans/sprint-*-summary.json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14 agents across two teams. Three orchestrators coordinate: qa-lead handles JIRA workflow and go/no-go decisions; regression-orchestrator and autonomous-orchestrator manage parallel suite execution. Four execution specialists each own a dedicated browser — frontend on Chrome, backend on Edge, testing-expert on Firefox, ui-ux on DevTools — so they never collide on parallel runs. Plus four BA agents for analysis and a test-management specialist for plans and coverage matrices.
[RU]
14 агентов в двух командах. Три оркестратора координируют: qa-lead — JIRA-воркфлоу и go/no-go; regression-orchestrator и autonomous-orchestrator — параллельное выполнение сьютов. Четыре исполнителя имеют выделенный браузер каждый: frontend — Chrome, backend — Edge, testing-expert — Firefox, ui-ux — DevTools. Это исключает конфликты при параллельном запуске. Плюс 4 BA-агента и test-management-specialist для планов и матриц покрытия.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16 slash commands cover the entire QA lifecycle from the IDE. /qa-smoke is a daily 12-test pre-deploy gate. /qa-test runs everything tied to a JIRA ticket. /qa-regression executes selected suites in parallel. /qa-bug reproduces, captures evidence, and files the ticket. /qa-status and /qa-env-check are read-only and auto-invocable — agents can call them without explicit user permission.
[RU]
16 slash-команд покрывают весь QA-цикл прямо из IDE. /qa-smoke — ежедневный гейт из 12 тестов перед деплоем. /qa-test — все ACs из JIRA-тикета. /qa-regression — параллельное выполнение выбранных сьютов. /qa-bug — воспроизводит, собирает evidence, заводит тикет. /qa-status и /qa-env-check — read-only и авто-инвокабельны, агент может звать их без явного разрешения.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Three commands that round out the QA cycle. /qa-test-lifecycle keeps the suite in sync with code — no more stale Steps after a PR. /qa-design is unique: a dual Storybook + storefront audit catching bugs that only show in one of the two contexts. /qa-verify-fix closes the JIRA loop — fetches the ticket, reproduces the original STR, confirms the fix, runs regression checks, transitions JIRA.
[RU]
Три команды, замыкающие QA-цикл. /qa-test-lifecycle держит сьют в синхронизации с кодом — после PR не остаётся протухших Steps. /qa-design — уникальный двойной аудит Storybook + сторфронта, ловит баги, видимые только в одном из контекстов. /qa-verify-fix закрывает цикл JIRA — читает тикет, воспроизводит STR, подтверждает фикс, прогоняет регресс-проверки и переводит тикет.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MCP — Model Context Protocol — is the standard for Claude to invoke external tools. Top 5: Playwright trio (×3 real browsers), VirtoOZ (primary Virto Commerce documentation source, 12 topic-scoped tools), Atlassian (JIRA + Confluence loop), GitHub (vc-module-* source search), Postman (REST + GraphQL + seed data). VirtoOZ is the headline change — agents no longer guess about VC internals. They consult live, topic-scoped docs via /vc-docs. Supporting servers: Chrome DevTools (HAR, perf), Figma (pixel-diff), Azure (App Insights), Context7 (third-party libs), Microsoft Learn.
[RU]
MCP — Model Context Protocol — стандарт, по которому Claude вызывает внешние инструменты. Топ-5: трио Playwright (3 настоящих браузера), VirtoOZ (главный источник документации Virto Commerce, 12 узкоспециализированных инструментов), Atlassian (JIRA + Confluence), GitHub (поиск по vc-module-*), Postman (REST + GraphQL + сидинг данных). VirtoOZ — главное обновление: агенты больше не угадывают, как устроен VC. Они читают живую тематическую документацию через /vc-docs. Вспомогательные: Chrome DevTools (HAR, перф), Figma (pixel-diff), Azure (App Insights), Context7 (сторонние библиотеки), Microsoft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All agents share one central business-logic.md with testable BL-* invariants. When a test fails, the agent doesn't say 'failed' — it cites which BL- rule was violated. Update one rule once, and every agent enforces it on every future test. Edge cases get their own ECL-* identifiers — 13 generic e-commerce categories plus 7 VC-specific patterns, cross-referenced to BL- invariants. Every generated test case cites both.
[RU]
Все агенты используют общий business-logic.md с тестируемыми BL-инвариантами. При падении агент не пишет 'failed', а цитирует, какое BL-правило нарушено. Поправил правило один раз — каждый агент применяет его во всех будущих тестах. Edge-кейсы — отдельные ECL-* идентификаторы: 13 общих e-commerce категорий + 7 специфичных для VC, с перекрёстными ссылками на BL. Каждый сгенерированный тест-кейс цитирует оба.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Three browser slots run simultaneously — Chrome, Firefox, Edge. Orchestrator queues remaining suites; each agent gets an isolated context with HAR capture. Quality gate verdicts are non-negotiable. APPROVED needs ≥95% pass + zero P0 bugs. CONDITIONAL allows deploy with tracked P2/P3 follow-ups. BLOCKED means a P0/P1 hit — no deploy regardless of schedule. Retry chain falls back across browsers up to twice.
[RU]
Три слота-браузера работают параллельно — Chrome, Firefox, Edge. Оркестратор ставит остальные сьюты в очередь; каждый агент получает изолированный контекст с HAR-записью. Вердикты quality gate неизменяемы. APPROVED — ≥95% pass + ноль P0-багов. CONDITIONAL — деплой возможен с зафиксированными P2/P3. BLOCKED — есть P0/P1, деплой запрещён вне зависимости от расписания. Ретраи проходят по цепочке браузеров до двух 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All 14 agents consult the same knowledge base. Update once — everyone benefits. Top 4 files drive most decisions: business-logic.md (BL- invariants), graphql-schema.md plus the runner doc (xAPI truth), live-discovery.md (no hardcoded IDs), test-runner-tags.md (CSV grammar). VirtoOZ MCP is the fifth pillar — primary Virto Commerce documentation source via the /vc-docs skill. 12 topic-scoped tools cover Platform/Storefront/Marketplace user and developer guides plus source code search.
[RU]
Все 14 агентов используют одну базу знаний. Обновил — польза всем. Топ-4 файла, на которые опирается большинство решений: business-logic.md (BL-инварианты), graphql-schema.md + runner doc (источник истины xAPI), live-discovery.md (никаких захардкоженных ID), test-runner-tags.md (грамматика CSV). Пятый столп — VirtoOZ MCP, главный источник документации Virto Commerce через скилл /vc-docs. 12 узкоспециализированных инструментов: Platform/Storefront/Marketplace user/developer guides + поиск по исходникам.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Two knowledge files plus scripts/graphql-runner.ts turn xAPI testing into deterministic, schema-validated CSV cases. Never write custom JS to execute GraphQL cases — the canonical runner handles schema validation, var substitution, @td() resolution, and evidence capture. Schema-update workflow: when the xAPI evolves, re-run introspection against the backend, regenerate graphql-schema.md, and CI catches any test referencing dropped fields. The CSV example shows the full grammar: [AUTH], [GQL-OP], [GQL-VARS], [GQL-CAPTURE] in Steps; [ERRORS], [NULL], [COUNT], [DATA], [VAR] in Assertions.
[RU]
Два knowledge-файла + scripts/graphql-runner.ts превращают xAPI-тестирование в детерминированные CSV-кейсы со schema-валидацией. Никаких кастомных JS — канонический runner делает schema validation, подстановку переменных, разрешение @td() и сбор evidence. Обновление схемы: при изменении xAPI перезапускаем интроспекцию, перегенерируем graphql-schema.md, и CI ловит тесты с удалёнными полями. Пример CSV: [AUTH], [GQL-OP], [GQL-VARS], [GQL-CAPTURE] в Steps; [ERRORS], [NULL], [COUNT], [DATA], [VAR] в Assertions.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Catalogs get reseeded. B2B orgs get re-created. Virtual-catalog roots migrate between environments. Hardcoded IDs rot fast — within a sprint or two. Live discovery resolves entities at runtime against the actual environment. Four data layers: {{VAR}} for env config (URLs, creds, store IDs), @td() for named entities you assert by name, live-discover for 'first available' shape assertions, random-data for unique inputs with the AGENT-TEST-* prefix that /qa-seed-data teardown sweeps cleanly.
[RU]
Каталоги пересиживаются. B2B-организации пересоздаются. Virtual-catalog roots мигрируют между средами. Захардкоженные ID протухают за спринт-два. Live-discovery вытаскивает сущности в рантайме из реальной среды. Четыре слоя данных: {{VAR}} — для env-конфига (URL, креды, store IDs), @td() — именованные сущности с ассерт-by-name, live-discover — 'first available' со структурными ассертами, random-data — уникальные входы с префиксом AGENT-TEST-* для чистого teardown.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test-runner-tags.md defines the browser-mode CSV grammar — typed step tags ([NAV], [ACT], [WAIT], [LOGIN], [SETUP]), assertion tags ([DOM], [STATE], [MATH], [API], [CONSOLE]), and cross-layer tags ([HAR], [SCREEN], [PERF]). Both standard and autonomous test runners speak the same grammar. The @td() resolver reads test-data/aliases.json plus CSV rows in test-data/. validate-td-refs.ts verifies every @td() reference before a run; graphql-runner rejects unresolved tokens at lint time. One CSV update propagates to every consumer.
[RU]
test-runner-tags.md задаёт CSV-грамматику для браузерных тестов — типизированные теги шагов ([NAV], [ACT], [WAIT], [LOGIN], [SETUP]), ассертов ([DOM], [STATE], [MATH], [API], [CONSOLE]) и кросс-слойные ([HAR], [SCREEN], [PERF]). Стандартный и автономный runner говорят на одной грамматике. Резолвер @td() читает test-data/aliases.json + CSV-строки в test-data/. validate-td-refs.ts проверяет все @td()-ссылки перед запуском; graphql-runner отказывает по неразрешённым токенам на lint-стадии. Один CSV-апдейт прорастает во все потребители.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A 7×8 matrix pins down exactly which BL-UI invariant applies to which component on which page. 7 components — VcButton, VcProductCard, VcLineItem, VcTable, VcDialog, Popover, VcSidebar. 8 pages — home, catalog, PDP, cart, orders, lists, members, company info. Validator script npm run scope:validate exits non-zero if any covered matrix cell points at a missing test ID. Covered exclusively by suite 048b-layout-stability.csv with the layout-stability selection.
[RU]
Матрица 7×8 фиксирует, какое BL-UI правило применяется к какому компоненту на какой странице. 7 компонентов — VcButton, VcProductCard, VcLineItem, VcTable, VcDialog, Popover, VcSidebar. 8 страниц — home, catalog, PDP, cart, orders, lists, members, company info. Валидатор npm run scope:validate падает, если какая-то покрытая ячейка матрицы указывает на отсутствующий test ID. Покрытие — только сьют 048b-layout-stability.csv через selection layout-stability.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One command for the entire test-case lifecycle. Run it against a suite, domain, JIRA ticket, PR, module, or git diff — it carries you all the way from change detection to approved coverage. Pipeline: scope → sync stale → analyze gaps → generate → 7-dimension review → fix → live verify → approve. Replaces the deprecated /qa-sync-tests. Delegates to test-management-specialist for authoring and review, and qa-testing-expert for live verification before merge.
[RU]
Одна команда на весь цикл работы с тест-кейсами. Принимает сьют, домен, JIRA-тикет, PR, модуль или git diff — ведёт от обнаружения изменения до одобренного покрытия. Пайплайн: scope → sync stale → analyze gaps → generate → 7-dimension review → fix → live verify → approve. Заменяет устаревший /qa-sync-tests. Делегирует test-management-specialist на авторинг и ревью и qa-testing-expert на live-верификацию перед мерджем.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Postman MCP builds and runs a collection to seed a complete test environment — catalogs, products, pricing, B2B organizations, users with roles. Five profiles: minimal (smoke), catalog (search/browse), b2b (RBAC), pricing (multi-currency), full (everything combined). Every seeded entity carries the AGENT-TEST-* prefix so /qa-seed-data teardown sweeps cleanly without touching real data. Safe to run on any QA environment.
[RU]
Postman MCP собирает и выполняет коллекцию для сидинга полного тестового окружения — каталоги, продукты, цены, B2B-организации, пользователи с ролями. Пять профилей: minimal (smoke), catalog (поиск/каталог), b2b (RBAC), pricing (мультивалюта), full (всё вместе). Каждая сущность с префиксом AGENT-TEST-*, поэтому teardown через /qa-seed-data подчищает чисто, не затрагивая реальные данные. Безопасно для любой QA-среды.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End-to-end demo for /qa-test VCST-XXXX. Step 1: Atlassian MCP fetches the ticket — title, description, acceptance criteria. Step 2: orchestrator dispatches specialists in parallel — frontend on Chrome for storefront ACs, backend on Edge for API + admin ACs. Step 3: each agent navigates real browsers, captures screenshots plus HAR, watches console for errors. Step 4: failed ACs become JIRA bugs with P0–P3 severity, BL- references, and full evidence. Step 5: all ACs pass — transition the ticket to Testing Complete, link evidence, notify the team.
[RU]
Демо end-to-end для /qa-test VCST-XXXX. Шаг 1: Atlassian MCP читает тикет — заголовок, описание, acceptance criteria. Шаг 2: оркестратор параллельно отправляет специалистов — frontend на Chrome для сторфронт-ACs, backend на Edge для API + админка. Шаг 3: каждый агент работает с реальным браузером, снимает скриншоты + HAR, следит за консолью. Шаг 4: упавшие AC становятся JIRA-багами с P0–P3, BL-ссылками и полным evidence. Шаг 5: все AC проходят — тикет переводится в Testing Complete, evidence линкуется, команда оповещается.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[EN]
Shipped: unified /qa-test-lifecycle, runner-native GraphQL with schema validation, Agent Teams autonomous regression. Q2 2026: CI/CD pipeline (daily smoke, weekly full, Teams notifications), GraphQL Runner v2 with schema-diff alerts and capture chaining, multi-browser CI plus pixel-diff visual baselines. Q3 2026: AI root-cause analyzer cross-referencing HAR + console + App Insights + git blame, mobile testing via BrowserStack, self-updating suites that propose Steps/Assertions updates as PRs. Long term: continuous production QA shadowing real traffic, ML-based test impact + cost optimizer, multi-tenant white-label testing.
[RU]
Поставлено: единый /qa-test-lifecycle, runner-native GraphQL со schema-валидацией, Agent Teams автономный регресс. Q2 2026: CI/CD пайплайн (ежедневный smoke, еженедельный full, нотификации в Teams), GraphQL Runner v2 со schema-diff алертами и chaining-захватом, мульти-браузерный CI + pixel-diff визуальные baseline. Q3 2026: AI root-cause аналитик, сопоставляющий HAR + консоль + App Insights + git blame, мобильное тестирование через BrowserStack, self-updating сьюты, предлагающие апдейты Steps/Assertions в виде PR. Долгосрочно: continuous production QA, ML test impact + cost optimizer, мульти-тенантное white-label тестирование.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VIRTO COMMERCE  ·  QA ENGINEERING  · 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
</a:t>
            </a:r>
            <a:pPr indent="0" marL="0">
              <a:buNone/>
            </a:pPr>
            <a:r>
              <a:rPr lang="en-US" sz="4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Testing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replaces brittle scripts.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specialized agents. ~3,000 test cases. Zero code required.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14 AI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411480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🧪 97 Test Suites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411480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3 Parallel Browsers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411480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CI/CD (Planned)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411480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Self-Healing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91440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29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Virto Commerce B2B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5029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029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Agentic QA System?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LLM-powered testing platform where AI agents execute test cases through real browsers — no test code, no fragile selectors.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are plain English prompts executed by Claude through MCP browser tools. The LLM reasons about what to click, what to verify, and what constitutes a bug.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8EDF6"/>
          </a:solidFill>
          <a:ln w="12700">
            <a:solidFill>
              <a:srgbClr val="295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7432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specialized agents, 97 CSV test suites, 20 methodology skills, and 23 shared knowledge files — all coordinated by an orchestrator.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Pipeline (Planned)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triggers daily smoke tests and weekly full regression. Docker container + Claude Agent SDK run suites headlessly with Teams notifications.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Virto Commerce B2B e-commerce platform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F9EF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Storefront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498348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E8E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SPA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498348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EAF4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498348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F9EF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GraphQL xAPI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98348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E8E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/ Payment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34924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EAF4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Multi-org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534924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F5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GA4 Tracking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534924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F5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5349240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F5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Storybook (55)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0" y="4663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~3,000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60120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cases across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 suites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Testing Modes, One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 in 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CLI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Specialized 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154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8328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MCP Servers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703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93192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Real Browsers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4630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E8EDF6"/>
          </a:solidFill>
          <a:ln w="12700">
            <a:solidFill>
              <a:srgbClr val="295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TEAMS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Regression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228600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autonomous-orchestrator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606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283464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TeamCreate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154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80560" y="338328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bucket (3+1 slots)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703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393192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Exponential backoff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46304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PIPELINE · PLANNED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9244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38160" y="228600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Container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2606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283464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Agent SDK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5440" y="3154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8160" y="338328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Chromium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35440" y="3703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38160" y="3931920"/>
            <a:ext cx="2926080" cy="32004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notification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FOUNDATION — USED BY ALL THREE MODES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54864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test-suites.json (97 suites)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971800" y="54864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regression/suites/ (CSV)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54864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.claude/agents/ (definitions)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69480" y="54864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knowledge/ (23 files)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418320" y="54864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.claude/skills/ (20 skills)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QA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AI 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(10 QA + 4 BA)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(45 frontend + 52 backend)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~3,000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(~1,500 frontend + ~1,500 backend)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Integrations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(browsers + Figma + Azure + …)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Intelligence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methodology skills (ISTQB · WCAG · SBTM) · 23 shared knowledge files · BL-* business rules enforcement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Coverage Selection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smoke: ~140 tests  |  critical: ~230 tests  |  sprint: plan-driven (~2,700)  |  full: ~3,000 tests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TEAMS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Specialized Agents — Four-Layer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ORCHESTRATORS — COORDINATE THE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B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qa-lead-orchestrator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workflow · go/no-go decisions · delegates to specialists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B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regression-orchestrator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36-suite parallel runs · browser pool · retry &amp;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B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autonomous-orchestrator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Teams API · token bucket · exponential backoff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EXECUTION SPECIALISTS — EACH GETS ITS OWN BROWSER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qa-frontend-expert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Storefront · checkout · cart · mobile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Chrome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3291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qa-backend-expert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· GraphQL · Admin SPA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4297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qa-testing-expert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testing · Figma comparison · HAR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4297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🦊 Firefox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0" y="3291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ui-ux-expert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3544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Storybook · WCAG 2.1 AA ·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35440" y="4297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DevTools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52120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+ 4 BA agents: system-analyzer · api-specialist · story-writer · doc-writer     |     + test-management-specialist: test plans · RTM · coverage matrix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ONE-COMMAND 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Slash Commands — Full QA Lifecycle from the 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command in VS Code or Cursor — the system does the rest. No scripts, no dashboards, no context switching.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9EFEB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0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/qa-smoke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P0 tests in 2 parallel tracks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GO / NO-GO in ~15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/qa-test VCST-XXXX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JIRA ticket → dispatch agents → file bugs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 the ticket automatically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/qa-regression sprint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Plan-driven (~88 suites · ~2,700 tests) · 3 browsers in parallel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Also: smoke · critical · full · custom IDs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/qa-bug [description]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Reproduce · HAR + screenshots · file JIRA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P0–P3 severity + root cause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/qa-status  auto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dashboard: runs · JIRA queue · env health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browser required · read-only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40233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EAF4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/qa-env-check  auto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4526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33 env vars · endpoints · MCP servers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before every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&amp; QUALITY COMMANDS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Lifecycle, Design Audit, Fix Verification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commands that round out the QA cycle — keeping suites in sync with code, catching design bugs in both Storybook and the live storefront, and closing the loop on every bug fix.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9EFEB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0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/qa-test-lifecycle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pipeline for a suite, domain, ticket, PR, module, or diff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→ sync → analyze → generate → review → fix → verify → approve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Storybook + Storefront BL-UI audit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3108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Catches isolation-only vs integration-only bugs · matrix-driven scope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4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/qa-verify-fix VCST-XXXX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a bug fix end-to-end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3108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ticket → reproduce STR → confirm fix → regression checks → transition JIRA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these matter: </a:t>
            </a:r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/qa-test-lifecycle keeps the test suite in sync with code changes — no more stale Steps or Assertions after a PR merges. /qa-design spots bugs that hide either in component isolation or only at integration. /qa-verify-fix closes the feedback loop with developers and JIRA — verified fixes ship, regressions stay caught.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FEATURE #1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5 MCP Servers — Claude's Eyes, Hands &amp; Memory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are tools Claude calls during a test. They give the agent the ability to drive browsers, read live documentation, manage tickets, and reach across the platform — without leaving the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9EFEB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×3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· Firefox · Edge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browsers, isolated contexts, HAR capture, screenshots, parallel execution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 Eyes &amp; Hands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8288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EAF4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8892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VirtoOZ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743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topic-scoped tools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30632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VC docs source. Platform / Storefront / Marketplace user &amp; developer guides + source code 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4434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 VC Brain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🎫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2064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Atlassian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2743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+ Confluence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30632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tickets · file bugs with evidence · transition statuses · close the QA 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4434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 Ticket Loop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60920" y="18288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🐙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45236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2743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vc-module-* repos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30632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module source code · review PRs · pull file contents · cross-reference behavior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4434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 Source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92640" y="1828800"/>
            <a:ext cx="2240280" cy="3017520"/>
          </a:xfrm>
          <a:prstGeom prst="roundRect">
            <a:avLst>
              <a:gd name="adj" fmla="val 408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📮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784080" y="2423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84080" y="27432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+ GraphQL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29800" y="30632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collections · seed test data · generate APIs · drive /qa-seed-data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66960" y="4434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#5 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507492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SUPPORTING:   Chrome DevTools (console · network · HAR) · Figma (pixel-diff) · Azure (App Insights) · Context7 (third-party libs) · Microsoft Learn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5760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VirtoOZ matters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stop guessing about Virto Commerce internals. They consult live, topic-scoped documentation — PlatformUserGuide, StorefrontDeveloperGuide, BackendSourceCode, B2BExperts, DeploymentGuide — before writing a test, filing a bug, or proposing a fix. Accessed via the /vc-docs skill.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FEATURE #2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 &amp; Edge Case Libraries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agents share a central business-logic.md — testable platform invariants (BL-* IDs). Violations are flagged as bugs automatically.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 Invariants (BL-* Rules)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669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 ID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Invariant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BL-PRICE-001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Discount stacking must never exceed 100%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BL-PRICE-002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 price must always be lower than list price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BL-CART-004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Out-of-stock items must not be purchasable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BL-ORD-001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 cancellation must reverse inventory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BL-AUTH-002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Unauthenticated users redirected to login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BL-B2B-003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B2B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 users can't see other org's data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BL-CHECKOUT-001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Checkout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Address validated before payment step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56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BL-SEARCH-001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71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Facet counts must match actual result count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Case Library (ECL-* Patterns)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generic e-commerce edge case categories + 7 VC-specific patterns (ECL-* IDs). Cross-referenced to BL-* invariants.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743200"/>
          <a:ext cx="4846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ECL ID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959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ECL-1.1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 credit card at checkout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959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ECL-2.3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Zero-price product in cart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959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ECL-3.1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Inventory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 item reserved during checkout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959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ECL-5.1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Concurrency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Concurrent cart modification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959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ECL-7.2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B2B / Auth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 attempts purchase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512064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1663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don't just pass/fail — they explain why in business terms: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"BL-PRICE-001 violated — applied coupon caused net price below $0."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583680" y="5120640"/>
            <a:ext cx="4846320" cy="822960"/>
          </a:xfrm>
          <a:prstGeom prst="roundRect">
            <a:avLst>
              <a:gd name="adj" fmla="val 11111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66560" y="51663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they work together: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ticket → Auto-detect BL-* + ECL-* → Test cases with cited rules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FEATURE #3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Regression with Automated Quality Gates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BROWSER POOL — SIMULTANEOUS SUITE EXECUTION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Chrome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7373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01 · Smoke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7373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04 · Cart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17373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07 · Perf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🦊 Firefox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2402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EDF6"/>
          </a:solidFill>
          <a:ln w="12700">
            <a:solidFill>
              <a:srgbClr val="2959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02 · Auth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22402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EDF6"/>
          </a:solidFill>
          <a:ln w="12700">
            <a:solidFill>
              <a:srgbClr val="295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05 · Checkout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2402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EDF6"/>
          </a:solidFill>
          <a:ln w="12700">
            <a:solidFill>
              <a:srgbClr val="295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06 · Payment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2743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AF4EF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03 · Catalog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2743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AF4EF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08 · Security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743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AF4EF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14 · Platform API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Suites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smoke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~140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pre-deploy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(P0)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Pre-release P0 gate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~88 (plan)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~2,700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Sprint release gate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 release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850392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 Verdicts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503920" y="18288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EAF4EF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4108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APPROVED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641080" y="2176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≥95% pass rate · 0 P0 bugs · safe to deploy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503920" y="27432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5F1E5"/>
          </a:solidFill>
          <a:ln w="12700">
            <a:solidFill>
              <a:srgbClr val="8B6E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4108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CONDITIONAL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641080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P2/P3 issues only · deploy with tracked follow-ups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503920" y="36576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F5ECEC"/>
          </a:solidFill>
          <a:ln w="12700">
            <a:solidFill>
              <a:srgbClr val="B03A3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64108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BLOCKED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641080" y="4005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P0/P1 failure · No deployment, regardless of schedule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503920" y="466344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41080" y="4709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logic: max 2 retries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fallback chain: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→ firefox → edge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FEATURE #4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4 Knowledge Files + VirtoOZ — Shared Brain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14 agents consult the same knowledge base. Update once — every agent benefits. Below are the four files that drive the largest share of agent decisions, plus VirtoOZ MCP for live Virto Commerce reference.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business-logic.md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Testable platform invariants (BL-* IDs) across 15+ domains — pricing, cart, checkout, orders, auth, B2B, catalog, UI. Violations are flagged as bugs automatically, with the BL-ID cited.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Consumed by: every QA agent on every test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E8EDF6"/>
          </a:solidFill>
          <a:ln w="12700">
            <a:solidFill>
              <a:srgbClr val="295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65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 graphql-schema.md + runner doc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2860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introspection snapshot of xAPI GraphQL schema + canonical authoring contract for runner-native CSV cases. Every GraphQL query consults schema FIRST to avoid invented field names.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3108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Consumed by: backend-expert, test-management-specialist, test-runner-agent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5F2EC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57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live-discovery.md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 + recipes for runtime test-data resolution. When to use {{VAR}} vs @td() vs live-discover vs random-data. Stops hardcoded IDs from rotting between catalog reseeds.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800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Consumed by: any agent that writes Steps / Test_Data columns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56616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F5F2EC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657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 test-runner-tags.md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977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tag grammar for both browser-mode runners: step tags ([NAV]·[ACT]·[WAIT]), assertion tags ([DOM]·[STATE]·[MATH]·[API]), cross-layer ([HAR]·[SCREEN]).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800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Consumed by: test-runner-agent + autonomous-test-runner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5349240"/>
            <a:ext cx="11430000" cy="1005840"/>
          </a:xfrm>
          <a:prstGeom prst="roundRect">
            <a:avLst>
              <a:gd name="adj" fmla="val 9091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94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VirtoOZ MCP — /vc-docs skill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Virto Commerce documentation source. 12 topic-scoped retrieval tools — PlatformUserGuide, PlatformDeveloperGuide, StorefrontUserGuide, StorefrontDeveloperGuide, BackendSourceCode, FrontendSourceCode, MarketplaceUserGuide, MarketplaceDeveloperGuide, DeploymentGuide, B2BExperts. Every agent that needs Virto-specific architecture, module behavior, API contract, or deployment knowledge calls VirtoOZ first.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knowledge files total — beyond the top 4: e-commerce-edge-cases-library (ECL-*), platform-patterns, sitemap, products, graphiql-interaction, order-creation-matrix, critical-ui-scope, module-suite-map, browser-quirks, performance-thresholds, …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FILE · RUNNER CONTRACT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GraphQL xAPI — Schema Truth + Runner-Native Tests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knowledge files plus a canonical runner turn the xAPI GraphQL surface into deterministic, schema-validated CSV test cases — no custom JS scripts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knowledge/graphql-schema.md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introspection snapshot of the xAPI GraphQL schema. Every agent that writes or reviews a GraphQL query consults this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9EFEB"/>
          </a:solidFill>
          <a:ln w="12700">
            <a:solidFill>
              <a:srgbClr val="D4A8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knowledge/graphql-test-cases-runner.md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authoring contract for runner-native GraphQL CSV cases. Full tag grammar, predicate shapes, capture chaining, common failure modes + worked example.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 Grammar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24028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3317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560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[AUTH] · [GQL-OP] · [GQL-VARS]
[GQL-EXEC] · [GQL-CAPTURE]
[REST-OP] · [REST-EXEC] · [REST-CAPTURE]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29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Assertions: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[ERRORS] · [DATA] · [NULL] · [COUNT] · [VAR]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9776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069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 scripts/graphql-runner.ts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370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runner — schema validation, var substitution, @td() resolution, evidence capture. Never write custom JS.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4892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tsx scripts/graphql-runner.ts --case &lt;csv&gt;:&lt;ID&gt;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Gold-standard reference suite: 050i-graphql-configurations.csv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FILE · RUNTIME HELPERS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Test-Data Discovery — No Hardcoded IDs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Catalogs get reseeded. B2B orgs get re-created. Virtual-catalog roots migrate. Hardcoded IDs rot. Live discovery resolves entities at runtime against the actual env.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9EFEB"/>
          </a:solidFill>
          <a:ln w="12700">
            <a:solidFill>
              <a:srgbClr val="D4A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knowledge/live-discovery.md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 + recipes: when to pick {{VAR}} vs @td() vs live-discover vs random-data. Parallel-run isolation, AGENT-TEST-* cleanup.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Data Layers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for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{{VAR}}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.env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URLs, creds, env context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@td()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aliases.json + CSV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Named entities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live-discover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xAPI at runtime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Shape, not value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random-data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Zero-dep generators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 inputs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19202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 scripts/lib/live-discover.ts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3317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xAPI primitives — catalog root, products by filter, addresses, cart state, active coupons. Real entities from the current env.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2918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🎲 scripts/lib/random-data.ts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3703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 generators: emails, org names, SKUs, quantities, comments. Defaults to AGENT-TEST-{date} prefix for safe teardown.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466344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F5ECEC"/>
          </a:solidFill>
          <a:ln w="12700">
            <a:solidFill>
              <a:srgbClr val="D4A0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754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Anti-pattern: hardcoded GUIDs/SKUs in Test_Data — review failure (Dim 6: Data Validity).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FILE · RESOLVER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Runner Tags + @td() Resolver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knowledge files plus a resolver and validator turn CSV rows into deterministic, executable test cases — interpretable by both runners.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9EFEB"/>
          </a:solidFill>
          <a:ln w="12700">
            <a:solidFill>
              <a:srgbClr val="D4A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knowledge/test-runner-tags.md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CSV column / step / assertion / cross-layer tag reference. Used by test-runner-agent + autonomous-test-runner.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560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tags: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[NAV] · [ACT] · [WAIT] · [LOGIN] · [SETUP]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95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 tags: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[DOM] · [STATE] · [MATH] · [API] · [CONSOLE]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Cross-layer: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[HAR] · [SCREEN] · [PERF]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@td(ALIAS.field) resolver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resolved at runtime, never hardcoded. Reads aliases.json → CSV rows. Catalogs reseed, IDs change — alias stays stable. One CSV update propagates everywhere.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5204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6118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scripts/lib/test-data-resolver.ts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test-data/aliases.json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58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test-data/*.csv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457200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617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937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tsx scripts/validate-td-refs.ts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FILE · LAYOUT HELPERS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UI Scope — Regression-Enforced Checklist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7×8 matrix that pins down which BL-UI invariants apply to which component on which page. A validator and a layout-measurement helper keep the matrix from drifting.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F9EFEB"/>
          </a:solidFill>
          <a:ln w="12700">
            <a:solidFill>
              <a:srgbClr val="D4A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knowledge/critical-ui-scope.md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Regression-enforced checklist of 7 components × 8 pages, with applicable BL-UI-* invariants per cell.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Components (7)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Pages (8)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VcButton · VcProductCard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VcLineItem · VcTable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VcDialog · Popover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VcSidebar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 · /catalog · PDP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/cart · /account/orders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/account/lists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/company/members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/company/info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84632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E8EDF6"/>
          </a:solidFill>
          <a:ln w="12700">
            <a:solidFill>
              <a:srgbClr val="A0B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377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BL-UI-001..010 invariants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2120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Focus-ring · hover · disabled · loading skeleton · layout stability · empty state · error state · keyboard nav.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192024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EAF4EF"/>
          </a:solidFill>
          <a:ln w="12700">
            <a:solidFill>
              <a:srgbClr val="A0C4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 scripts/lib/measure-layout.ts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0" y="2331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Layout-measurement helper — dimensions, position deltas, CLS contributions per component.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72400" y="329184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suite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5528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60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048b-layout-stability.csv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5528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8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selection: layout-stability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72400" y="457200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5ECEC"/>
          </a:solidFill>
          <a:ln w="12700">
            <a:solidFill>
              <a:srgbClr val="D4A0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663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Enforcement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955280" y="4937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scope:validate exits non-zero if any matrix cell points at a missing test ID.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TEST-CASE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/qa-test-lifecycle — Keep Tests in Sync with Code, Always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for the entire test-case lifecycle. Run it against a suite, domain, ticket, PR, module, or git diff — and the system carries it all the way from change detection to approved coverage.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F9EFEB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stale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F9EFEB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gaps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(7-dim)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AF4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0" y="196596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607040" y="196596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AF4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0" y="19659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any scope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4290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suite &lt;ID&gt; — direct quality review of an existing CSV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domain &lt;name&gt; — coverage audit per business domain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VCST-XXXX — derive cases from a JIRA ticket's ACs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 #NNN — change-driven sync against a pull request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module &lt;name&gt; — vc-module-* repo coverage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diff · changelog &lt;ver&gt; — git-driven gap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produces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4290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Updated Steps / Assertions for stale cases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New cases with BL-* + ECL-* citations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Typed step + assertion tags ([NAV]·[ACT]·[DOM]·[MATH])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7-dimension quality review report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Live verification + approval gate before merge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852160"/>
            <a:ext cx="11430000" cy="731520"/>
          </a:xfrm>
          <a:prstGeom prst="roundRect">
            <a:avLst>
              <a:gd name="adj" fmla="val 12500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matters: tests stop rotting after PRs land. Delegates to test-management-specialist (authoring + review) and qa-testing-expert (live verification). Replaces the deprecated /qa-sync-tests command.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INFRASTRUCTURE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/qa-seed-data — Full Test Environment in One Command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a complete test environment via Postman MCP: catalogs, products, pricing, B2B organizations, users — then tears it all down safely.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profile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/ b2b / full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8EDF6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 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&amp; runs collection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82880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4E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AGENT-TEST-* prefix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82880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5F2E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52560" y="182880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1832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9EFEB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Teardown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cleanup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21208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58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catalog · 1 product · price · inventory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Smoke tests, API connectivity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catalog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3-level category tree · 5 products · multi-currency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Search, browse, cart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organization · 3 users (admin/buyer/viewer)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B2B multi-org, RBAC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price lists (USD+EUR) · tiered prices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Pricing module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profiles combined — complete environment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regression run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teardown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Deletes all AGENT-TEST-* entities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Post-test cleanup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/qa-test VCST-XXXX — From Ticket to Verdict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reads the JIRA ticket, dispatches the right agents, executes all acceptance criteria, files bugs with evidence, and closes the ticket.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182880" cy="182880"/>
          </a:xfrm>
          <a:prstGeom prst="ellipse">
            <a:avLst/>
          </a:prstGeom>
          <a:solidFill>
            <a:srgbClr val="C5603E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2240280"/>
            <a:ext cx="0" cy="594360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Read JIRA Ticket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Atlassian MCP fetches title, description, acceptance criteria · identifies feature scope: storefront / admin /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971800"/>
            <a:ext cx="182880" cy="182880"/>
          </a:xfrm>
          <a:prstGeom prst="ellipse">
            <a:avLst/>
          </a:prstGeom>
          <a:solidFill>
            <a:srgbClr val="2959A8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3154680"/>
            <a:ext cx="0" cy="594360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Dispatch Specialists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qa-frontend-expert (Chrome) → storefront ACs · qa-backend-expert (Edge) → API + admin ACs · run in parallel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886200"/>
            <a:ext cx="182880" cy="182880"/>
          </a:xfrm>
          <a:prstGeom prst="ellipse">
            <a:avLst/>
          </a:prstGeom>
          <a:solidFill>
            <a:srgbClr val="2959A8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4069080"/>
            <a:ext cx="0" cy="594360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Execute Tests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to feature · verify each AC through real browser · capture screenshots + HAR · check console for errors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800600"/>
            <a:ext cx="182880" cy="182880"/>
          </a:xfrm>
          <a:prstGeom prst="ellipse">
            <a:avLst/>
          </a:prstGeom>
          <a:solidFill>
            <a:srgbClr val="C560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4983480"/>
            <a:ext cx="0" cy="594360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File Bugs (if any)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4983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AC → bug report with P0–P3 severity · screenshots · HAR · BL-* rule reference · auto-created in JIRA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5715000"/>
            <a:ext cx="182880" cy="182880"/>
          </a:xfrm>
          <a:prstGeom prst="ellipse">
            <a:avLst/>
          </a:prstGeom>
          <a:solidFill>
            <a:srgbClr val="2E7D5A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Close the Ticket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5897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ACs pass → transition ticket to "Testing Complete" · link evidence · notify team. Bugs found → block release.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137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DEVELOPMENT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— What's Next for Agentic QA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527048"/>
            <a:ext cx="137160" cy="137160"/>
          </a:xfrm>
          <a:prstGeom prst="ellipse">
            <a:avLst/>
          </a:prstGeom>
          <a:solidFill>
            <a:srgbClr val="2E7D5A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" y="166420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7160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EAF4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Test-Case Lifecycle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6642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/qa-test-lifecycle — scope → sync → analyze → generate → review → fix → verify → approve, driven by PRs / diffs / modules / tickets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304288"/>
            <a:ext cx="137160" cy="137160"/>
          </a:xfrm>
          <a:prstGeom prst="ellipse">
            <a:avLst/>
          </a:prstGeom>
          <a:solidFill>
            <a:srgbClr val="2E7D5A"/>
          </a:solidFill>
          <a:ln/>
        </p:spPr>
      </p:sp>
      <p:sp>
        <p:nvSpPr>
          <p:cNvPr id="11" name="Shape 9"/>
          <p:cNvSpPr/>
          <p:nvPr/>
        </p:nvSpPr>
        <p:spPr>
          <a:xfrm>
            <a:off x="891540" y="244144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14884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EAF4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Runner-Native GraphQL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4414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Schema-validated CSV cases via scripts/graphql-runner.ts; full tag grammar ([GQL-OP], [GQL-CAPTURE], [ERRORS], [DATA]) + @td() resolver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081528"/>
            <a:ext cx="137160" cy="137160"/>
          </a:xfrm>
          <a:prstGeom prst="ellipse">
            <a:avLst/>
          </a:prstGeom>
          <a:solidFill>
            <a:srgbClr val="2E7D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91540" y="321868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92608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EAF4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Teams Autonomous Regression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2186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TeamCreate API · 3+1 token bucket · exponential backoff · failure recovery · JIRA integration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3858768"/>
            <a:ext cx="137160" cy="137160"/>
          </a:xfrm>
          <a:prstGeom prst="ellipse">
            <a:avLst/>
          </a:prstGeom>
          <a:solidFill>
            <a:srgbClr val="2959A8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540" y="399592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703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E8E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GitHub 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9959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smoke + weekly full regression, headless Chromium, Teams notifications, 90-day rolling history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4636008"/>
            <a:ext cx="137160" cy="137160"/>
          </a:xfrm>
          <a:prstGeom prst="ellipse">
            <a:avLst/>
          </a:prstGeom>
          <a:solidFill>
            <a:srgbClr val="2959A8"/>
          </a:solidFill>
          <a:ln/>
        </p:spPr>
      </p:sp>
      <p:sp>
        <p:nvSpPr>
          <p:cNvPr id="26" name="Shape 24"/>
          <p:cNvSpPr/>
          <p:nvPr/>
        </p:nvSpPr>
        <p:spPr>
          <a:xfrm>
            <a:off x="891540" y="477316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48056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E8E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031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GraphQL Runner v2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7731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Schema-diff alerts · custom predicate plugins · cross-case [GQL-CAPTURE] chaining · auto-cleanup of AGENT-TEST-* entities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" y="5413248"/>
            <a:ext cx="137160" cy="137160"/>
          </a:xfrm>
          <a:prstGeom prst="ellipse">
            <a:avLst/>
          </a:prstGeom>
          <a:solidFill>
            <a:srgbClr val="2959A8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525780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E8E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5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10312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Multi-Browser CI &amp; Visual Diff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55504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3-browser pool in CI (Chrome + Firefox + Edge) · Figma + Storybook pixel-diff baselines for all 55 components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0" y="1527048"/>
            <a:ext cx="137160" cy="137160"/>
          </a:xfrm>
          <a:prstGeom prst="ellipse">
            <a:avLst/>
          </a:prstGeom>
          <a:solidFill>
            <a:srgbClr val="C5603E"/>
          </a:solidFill>
          <a:ln/>
        </p:spPr>
      </p:sp>
      <p:sp>
        <p:nvSpPr>
          <p:cNvPr id="35" name="Shape 33"/>
          <p:cNvSpPr/>
          <p:nvPr/>
        </p:nvSpPr>
        <p:spPr>
          <a:xfrm>
            <a:off x="6652260" y="166420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37160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9EF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638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Root-Cause Analyzer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16642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Cross-references HAR + console + Azure App Insights + git blame to pre-classify each bug with severity, module, and a likely root-cause hypothesis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83680" y="2304288"/>
            <a:ext cx="137160" cy="137160"/>
          </a:xfrm>
          <a:prstGeom prst="ellipse">
            <a:avLst/>
          </a:prstGeom>
          <a:solidFill>
            <a:srgbClr val="C5603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52260" y="244144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14884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9EF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6384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&amp; Real Device Testing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24414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BrowserStack integration — iOS Safari (iPhone 15 Pro), Android Chrome (Galaxy S24). Critical for B2C checkout, BOPIS, configurable products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83680" y="3081528"/>
            <a:ext cx="137160" cy="137160"/>
          </a:xfrm>
          <a:prstGeom prst="ellipse">
            <a:avLst/>
          </a:prstGeom>
          <a:solidFill>
            <a:srgbClr val="C5603E"/>
          </a:solidFill>
          <a:ln/>
        </p:spPr>
      </p:sp>
      <p:sp>
        <p:nvSpPr>
          <p:cNvPr id="45" name="Shape 43"/>
          <p:cNvSpPr/>
          <p:nvPr/>
        </p:nvSpPr>
        <p:spPr>
          <a:xfrm>
            <a:off x="6652260" y="321868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292608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9EF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560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Self-Updating Suites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32186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observe failures + code churn, propose Steps/Assertions updates, open a PR against regression/suites/ for QA review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83680" y="3858768"/>
            <a:ext cx="137160" cy="137160"/>
          </a:xfrm>
          <a:prstGeom prst="ellipse">
            <a:avLst/>
          </a:prstGeom>
          <a:solidFill>
            <a:srgbClr val="9C9891"/>
          </a:solidFill>
          <a:ln/>
        </p:spPr>
      </p:sp>
      <p:sp>
        <p:nvSpPr>
          <p:cNvPr id="50" name="Shape 48"/>
          <p:cNvSpPr/>
          <p:nvPr/>
        </p:nvSpPr>
        <p:spPr>
          <a:xfrm>
            <a:off x="6652260" y="399592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370332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86384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Production QA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39959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agents shadow production traffic via App Insights, detect anomalies, propose synthetic regression cases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83680" y="4636008"/>
            <a:ext cx="137160" cy="137160"/>
          </a:xfrm>
          <a:prstGeom prst="ellipse">
            <a:avLst/>
          </a:prstGeom>
          <a:solidFill>
            <a:srgbClr val="9C9891"/>
          </a:solidFill>
          <a:ln/>
        </p:spPr>
      </p:sp>
      <p:sp>
        <p:nvSpPr>
          <p:cNvPr id="55" name="Shape 53"/>
          <p:cNvSpPr/>
          <p:nvPr/>
        </p:nvSpPr>
        <p:spPr>
          <a:xfrm>
            <a:off x="6652260" y="4773168"/>
            <a:ext cx="0" cy="530352"/>
          </a:xfrm>
          <a:prstGeom prst="line">
            <a:avLst/>
          </a:prstGeom>
          <a:noFill/>
          <a:ln w="12700">
            <a:solidFill>
              <a:srgbClr val="E0DD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48056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Impact &amp; Cost Optimizer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58000" y="47731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predicts which suites are most likely to fail per PR + cost-per-suite — orchestrator picks the cheapest sufficient scope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83680" y="5413248"/>
            <a:ext cx="137160" cy="137160"/>
          </a:xfrm>
          <a:prstGeom prst="ellipse">
            <a:avLst/>
          </a:prstGeom>
          <a:solidFill>
            <a:srgbClr val="9C9891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525780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F2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98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86384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/ White-Label Testing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58000" y="55504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regression across multiple VC storefronts and white-label brands with shared logic + brand-specific overrides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0080" y="6263640"/>
            <a:ext cx="10881360" cy="457200"/>
          </a:xfrm>
          <a:prstGeom prst="roundRect">
            <a:avLst>
              <a:gd name="adj" fmla="val 20000"/>
            </a:avLst>
          </a:prstGeom>
          <a:solidFill>
            <a:srgbClr val="F9EFEB"/>
          </a:solidFill>
          <a:ln w="12700">
            <a:solidFill>
              <a:srgbClr val="C560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7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Vision: A fully autonomous QA system that continuously tests, learns from failures, updates its own test cases against real production signals, and provides real-time quality + cost signals — with zero manual scripting.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QA — AI-Driven Testing for Virto Commerce</dc:title>
  <dc:subject>Agentic QA — AI-Driven Testing</dc:subject>
  <dc:creator>Virto Commerce QA Engineering</dc:creator>
  <cp:lastModifiedBy>Virto Commerce QA Engineering</cp:lastModifiedBy>
  <cp:revision>1</cp:revision>
  <dcterms:created xsi:type="dcterms:W3CDTF">2026-05-21T16:01:08Z</dcterms:created>
  <dcterms:modified xsi:type="dcterms:W3CDTF">2026-05-21T16:01:08Z</dcterms:modified>
</cp:coreProperties>
</file>